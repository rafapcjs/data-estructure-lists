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16"/>
  </p:notesMasterIdLst>
  <p:sldIdLst>
    <p:sldId id="298" r:id="rId2"/>
    <p:sldId id="262" r:id="rId3"/>
    <p:sldId id="310" r:id="rId4"/>
    <p:sldId id="258" r:id="rId5"/>
    <p:sldId id="299" r:id="rId6"/>
    <p:sldId id="300" r:id="rId7"/>
    <p:sldId id="302" r:id="rId8"/>
    <p:sldId id="294" r:id="rId9"/>
    <p:sldId id="314" r:id="rId10"/>
    <p:sldId id="315" r:id="rId11"/>
    <p:sldId id="304" r:id="rId12"/>
    <p:sldId id="306" r:id="rId13"/>
    <p:sldId id="307" r:id="rId14"/>
    <p:sldId id="309" r:id="rId15"/>
  </p:sldIdLst>
  <p:sldSz cx="9144000" cy="5143500" type="screen16x9"/>
  <p:notesSz cx="6858000" cy="9144000"/>
  <p:embeddedFontLst>
    <p:embeddedFont>
      <p:font typeface="Anaheim" panose="020B0604020202020204" charset="0"/>
      <p:regular r:id="rId17"/>
    </p:embeddedFont>
    <p:embeddedFont>
      <p:font typeface="Bahnschrift SemiBold SemiConden" panose="020B0502040204020203" pitchFamily="34" charset="0"/>
      <p:bold r:id="rId18"/>
    </p:embeddedFont>
    <p:embeddedFont>
      <p:font typeface="Bebas Neue" panose="020B0606020202050201" pitchFamily="34" charset="0"/>
      <p:regular r:id="rId19"/>
    </p:embeddedFont>
    <p:embeddedFont>
      <p:font typeface="Comfortaa" panose="020B0604020202020204" charset="0"/>
      <p:regular r:id="rId20"/>
      <p:bold r:id="rId21"/>
    </p:embeddedFont>
    <p:embeddedFont>
      <p:font typeface="Nunito Light" pitchFamily="2" charset="0"/>
      <p:regular r:id="rId22"/>
      <p:italic r:id="rId23"/>
    </p:embeddedFont>
    <p:embeddedFont>
      <p:font typeface="Source Code Pro" panose="020B0509030403020204" pitchFamily="49"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B3E6EB8-BB74-458D-8FC9-9CAB66C0E627}">
  <a:tblStyle styleId="{FB3E6EB8-BB74-458D-8FC9-9CAB66C0E62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6C4894E-7F28-4620-9E38-32CC8EB626CF}"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C7853C-536D-4A76-A0AE-DD22124D55A5}" styleName="Estilo temático 1 - Énfasis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Estilo claro 3 - Acento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95" d="100"/>
          <a:sy n="95" d="100"/>
        </p:scale>
        <p:origin x="69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746961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dirty="0">
              <a:solidFill>
                <a:srgbClr val="595959"/>
              </a:solidFill>
              <a:latin typeface="Anaheim"/>
              <a:ea typeface="Anaheim"/>
              <a:cs typeface="Anaheim"/>
              <a:sym typeface="Anaheim"/>
            </a:endParaRPr>
          </a:p>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dirty="0">
              <a:solidFill>
                <a:srgbClr val="595959"/>
              </a:solidFill>
              <a:latin typeface="Anaheim"/>
              <a:ea typeface="Anaheim"/>
              <a:cs typeface="Anaheim"/>
              <a:sym typeface="Anaheim"/>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4173601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dirty="0">
              <a:solidFill>
                <a:srgbClr val="595959"/>
              </a:solidFill>
              <a:latin typeface="Anaheim"/>
              <a:ea typeface="Anaheim"/>
              <a:cs typeface="Anaheim"/>
              <a:sym typeface="Anaheim"/>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4075972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dirty="0">
              <a:solidFill>
                <a:srgbClr val="595959"/>
              </a:solidFill>
              <a:latin typeface="Anaheim"/>
              <a:ea typeface="Anaheim"/>
              <a:cs typeface="Anaheim"/>
              <a:sym typeface="Anaheim"/>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40452124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dirty="0">
              <a:solidFill>
                <a:srgbClr val="595959"/>
              </a:solidFill>
              <a:latin typeface="Anaheim"/>
              <a:ea typeface="Anaheim"/>
              <a:cs typeface="Anaheim"/>
              <a:sym typeface="Anaheim"/>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802942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dirty="0">
              <a:solidFill>
                <a:srgbClr val="595959"/>
              </a:solidFill>
              <a:latin typeface="Anaheim"/>
              <a:ea typeface="Anaheim"/>
              <a:cs typeface="Anaheim"/>
              <a:sym typeface="Anaheim"/>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9576590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dirty="0">
              <a:solidFill>
                <a:srgbClr val="595959"/>
              </a:solidFill>
              <a:latin typeface="Anaheim"/>
              <a:ea typeface="Anaheim"/>
              <a:cs typeface="Anaheim"/>
              <a:sym typeface="Anaheim"/>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29661634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dirty="0">
              <a:solidFill>
                <a:srgbClr val="595959"/>
              </a:solidFill>
              <a:latin typeface="Anaheim"/>
              <a:ea typeface="Anaheim"/>
              <a:cs typeface="Anaheim"/>
              <a:sym typeface="Anaheim"/>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1916734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dirty="0">
              <a:solidFill>
                <a:srgbClr val="595959"/>
              </a:solidFill>
              <a:latin typeface="Anaheim"/>
              <a:ea typeface="Anaheim"/>
              <a:cs typeface="Anaheim"/>
              <a:sym typeface="Anaheim"/>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3348382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dirty="0">
              <a:solidFill>
                <a:srgbClr val="595959"/>
              </a:solidFill>
              <a:latin typeface="Anaheim"/>
              <a:ea typeface="Anaheim"/>
              <a:cs typeface="Anaheim"/>
              <a:sym typeface="Anaheim"/>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6708906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dirty="0">
              <a:solidFill>
                <a:srgbClr val="595959"/>
              </a:solidFill>
              <a:latin typeface="Anaheim"/>
              <a:ea typeface="Anaheim"/>
              <a:cs typeface="Anaheim"/>
              <a:sym typeface="Anaheim"/>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4227904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735500" y="1258850"/>
            <a:ext cx="5797500" cy="20388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4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735500" y="3297650"/>
            <a:ext cx="5797500" cy="440700"/>
          </a:xfrm>
          <a:prstGeom prst="rect">
            <a:avLst/>
          </a:prstGeom>
          <a:solidFill>
            <a:schemeClr val="accent6"/>
          </a:solidFill>
        </p:spPr>
        <p:txBody>
          <a:bodyPr spcFirstLastPara="1" wrap="square" lIns="91425" tIns="91425" rIns="91425" bIns="91425" anchor="t" anchorCtr="0">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p:nvPr/>
        </p:nvSpPr>
        <p:spPr>
          <a:xfrm>
            <a:off x="7775" y="-1800"/>
            <a:ext cx="9144000" cy="11604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8" name="Google Shape;48;p7"/>
          <p:cNvGrpSpPr/>
          <p:nvPr/>
        </p:nvGrpSpPr>
        <p:grpSpPr>
          <a:xfrm>
            <a:off x="8389787" y="179931"/>
            <a:ext cx="486393" cy="125690"/>
            <a:chOff x="-890300" y="1406550"/>
            <a:chExt cx="806088" cy="208200"/>
          </a:xfrm>
        </p:grpSpPr>
        <p:sp>
          <p:nvSpPr>
            <p:cNvPr id="49" name="Google Shape;49;p7"/>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50;p7"/>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 name="Google Shape;51;p7"/>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2" name="Google Shape;52;p7"/>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3" name="Google Shape;53;p7"/>
          <p:cNvSpPr txBox="1">
            <a:spLocks noGrp="1"/>
          </p:cNvSpPr>
          <p:nvPr>
            <p:ph type="subTitle" idx="1"/>
          </p:nvPr>
        </p:nvSpPr>
        <p:spPr>
          <a:xfrm>
            <a:off x="3465225" y="1529000"/>
            <a:ext cx="4965600" cy="30750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81"/>
        <p:cNvGrpSpPr/>
        <p:nvPr/>
      </p:nvGrpSpPr>
      <p:grpSpPr>
        <a:xfrm>
          <a:off x="0" y="0"/>
          <a:ext cx="0" cy="0"/>
          <a:chOff x="0" y="0"/>
          <a:chExt cx="0" cy="0"/>
        </a:xfrm>
      </p:grpSpPr>
      <p:sp>
        <p:nvSpPr>
          <p:cNvPr id="82" name="Google Shape;82;p13"/>
          <p:cNvSpPr/>
          <p:nvPr/>
        </p:nvSpPr>
        <p:spPr>
          <a:xfrm>
            <a:off x="7775" y="-1800"/>
            <a:ext cx="9144000" cy="11604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83" name="Google Shape;83;p13"/>
          <p:cNvGrpSpPr/>
          <p:nvPr/>
        </p:nvGrpSpPr>
        <p:grpSpPr>
          <a:xfrm>
            <a:off x="8389787" y="179931"/>
            <a:ext cx="486393" cy="125690"/>
            <a:chOff x="-890300" y="1406550"/>
            <a:chExt cx="806088" cy="208200"/>
          </a:xfrm>
        </p:grpSpPr>
        <p:sp>
          <p:nvSpPr>
            <p:cNvPr id="84" name="Google Shape;84;p13"/>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 name="Google Shape;85;p13"/>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 name="Google Shape;86;p13"/>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87" name="Google Shape;87;p13"/>
          <p:cNvSpPr txBox="1">
            <a:spLocks noGrp="1"/>
          </p:cNvSpPr>
          <p:nvPr>
            <p:ph type="title"/>
          </p:nvPr>
        </p:nvSpPr>
        <p:spPr>
          <a:xfrm>
            <a:off x="713225" y="445025"/>
            <a:ext cx="771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8" name="Google Shape;88;p13"/>
          <p:cNvSpPr txBox="1">
            <a:spLocks noGrp="1"/>
          </p:cNvSpPr>
          <p:nvPr>
            <p:ph type="subTitle" idx="1"/>
          </p:nvPr>
        </p:nvSpPr>
        <p:spPr>
          <a:xfrm>
            <a:off x="2472000" y="1832950"/>
            <a:ext cx="4209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9" name="Google Shape;89;p13"/>
          <p:cNvSpPr txBox="1">
            <a:spLocks noGrp="1"/>
          </p:cNvSpPr>
          <p:nvPr>
            <p:ph type="subTitle" idx="2"/>
          </p:nvPr>
        </p:nvSpPr>
        <p:spPr>
          <a:xfrm>
            <a:off x="3175501" y="2833427"/>
            <a:ext cx="4209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0" name="Google Shape;90;p13"/>
          <p:cNvSpPr txBox="1">
            <a:spLocks noGrp="1"/>
          </p:cNvSpPr>
          <p:nvPr>
            <p:ph type="subTitle" idx="3"/>
          </p:nvPr>
        </p:nvSpPr>
        <p:spPr>
          <a:xfrm>
            <a:off x="3504027" y="3834248"/>
            <a:ext cx="4209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1" name="Google Shape;91;p13"/>
          <p:cNvSpPr txBox="1">
            <a:spLocks noGrp="1"/>
          </p:cNvSpPr>
          <p:nvPr>
            <p:ph type="title" idx="4" hasCustomPrompt="1"/>
          </p:nvPr>
        </p:nvSpPr>
        <p:spPr>
          <a:xfrm>
            <a:off x="1869900" y="1470525"/>
            <a:ext cx="602100" cy="3915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24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2" name="Google Shape;92;p13"/>
          <p:cNvSpPr txBox="1">
            <a:spLocks noGrp="1"/>
          </p:cNvSpPr>
          <p:nvPr>
            <p:ph type="title" idx="5" hasCustomPrompt="1"/>
          </p:nvPr>
        </p:nvSpPr>
        <p:spPr>
          <a:xfrm>
            <a:off x="2573400" y="2482425"/>
            <a:ext cx="602100" cy="3915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24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3" name="Google Shape;93;p13"/>
          <p:cNvSpPr txBox="1">
            <a:spLocks noGrp="1"/>
          </p:cNvSpPr>
          <p:nvPr>
            <p:ph type="title" idx="6" hasCustomPrompt="1"/>
          </p:nvPr>
        </p:nvSpPr>
        <p:spPr>
          <a:xfrm>
            <a:off x="2891275" y="3494325"/>
            <a:ext cx="602100" cy="3285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24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4" name="Google Shape;94;p13"/>
          <p:cNvSpPr txBox="1">
            <a:spLocks noGrp="1"/>
          </p:cNvSpPr>
          <p:nvPr>
            <p:ph type="subTitle" idx="7"/>
          </p:nvPr>
        </p:nvSpPr>
        <p:spPr>
          <a:xfrm>
            <a:off x="2472000" y="1470525"/>
            <a:ext cx="42096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a:solidFill>
                  <a:schemeClr val="accent1"/>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5" name="Google Shape;95;p13"/>
          <p:cNvSpPr txBox="1">
            <a:spLocks noGrp="1"/>
          </p:cNvSpPr>
          <p:nvPr>
            <p:ph type="subTitle" idx="8"/>
          </p:nvPr>
        </p:nvSpPr>
        <p:spPr>
          <a:xfrm>
            <a:off x="3175500" y="2482425"/>
            <a:ext cx="42096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a:solidFill>
                  <a:schemeClr val="accent2"/>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6" name="Google Shape;96;p13"/>
          <p:cNvSpPr txBox="1">
            <a:spLocks noGrp="1"/>
          </p:cNvSpPr>
          <p:nvPr>
            <p:ph type="subTitle" idx="9"/>
          </p:nvPr>
        </p:nvSpPr>
        <p:spPr>
          <a:xfrm>
            <a:off x="3504025" y="3494325"/>
            <a:ext cx="42096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a:solidFill>
                  <a:schemeClr val="accent3"/>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16"/>
        <p:cNvGrpSpPr/>
        <p:nvPr/>
      </p:nvGrpSpPr>
      <p:grpSpPr>
        <a:xfrm>
          <a:off x="0" y="0"/>
          <a:ext cx="0" cy="0"/>
          <a:chOff x="0" y="0"/>
          <a:chExt cx="0" cy="0"/>
        </a:xfrm>
      </p:grpSpPr>
      <p:sp>
        <p:nvSpPr>
          <p:cNvPr id="217" name="Google Shape;217;p26"/>
          <p:cNvSpPr/>
          <p:nvPr/>
        </p:nvSpPr>
        <p:spPr>
          <a:xfrm>
            <a:off x="7775" y="-1800"/>
            <a:ext cx="9144000" cy="11604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18" name="Google Shape;218;p26"/>
          <p:cNvGrpSpPr/>
          <p:nvPr/>
        </p:nvGrpSpPr>
        <p:grpSpPr>
          <a:xfrm>
            <a:off x="8389787" y="179931"/>
            <a:ext cx="486393" cy="125690"/>
            <a:chOff x="-890300" y="1406550"/>
            <a:chExt cx="806088" cy="208200"/>
          </a:xfrm>
        </p:grpSpPr>
        <p:sp>
          <p:nvSpPr>
            <p:cNvPr id="219" name="Google Shape;219;p26"/>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 name="Google Shape;220;p26"/>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 name="Google Shape;221;p26"/>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22"/>
        <p:cNvGrpSpPr/>
        <p:nvPr/>
      </p:nvGrpSpPr>
      <p:grpSpPr>
        <a:xfrm>
          <a:off x="0" y="0"/>
          <a:ext cx="0" cy="0"/>
          <a:chOff x="0" y="0"/>
          <a:chExt cx="0" cy="0"/>
        </a:xfrm>
      </p:grpSpPr>
      <p:sp>
        <p:nvSpPr>
          <p:cNvPr id="223" name="Google Shape;223;p27"/>
          <p:cNvSpPr/>
          <p:nvPr/>
        </p:nvSpPr>
        <p:spPr>
          <a:xfrm>
            <a:off x="4424750" y="-1800"/>
            <a:ext cx="4719300" cy="51435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24" name="Google Shape;224;p27"/>
          <p:cNvGrpSpPr/>
          <p:nvPr/>
        </p:nvGrpSpPr>
        <p:grpSpPr>
          <a:xfrm>
            <a:off x="8193116" y="446250"/>
            <a:ext cx="414956" cy="186500"/>
            <a:chOff x="7059675" y="514525"/>
            <a:chExt cx="473100" cy="186500"/>
          </a:xfrm>
        </p:grpSpPr>
        <p:cxnSp>
          <p:nvCxnSpPr>
            <p:cNvPr id="225" name="Google Shape;225;p27"/>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26" name="Google Shape;226;p27"/>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27" name="Google Shape;227;p27"/>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1pPr>
            <a:lvl2pPr lvl="1"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2pPr>
            <a:lvl3pPr lvl="2"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3pPr>
            <a:lvl4pPr lvl="3"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4pPr>
            <a:lvl5pPr lvl="4"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5pPr>
            <a:lvl6pPr lvl="5"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6pPr>
            <a:lvl7pPr lvl="6"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7pPr>
            <a:lvl8pPr lvl="7"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8pPr>
            <a:lvl9pPr lvl="8"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1pPr>
            <a:lvl2pPr marL="914400" lvl="1"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2pPr>
            <a:lvl3pPr marL="1371600" lvl="2"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3pPr>
            <a:lvl4pPr marL="1828800" lvl="3"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4pPr>
            <a:lvl5pPr marL="2286000" lvl="4"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5pPr>
            <a:lvl6pPr marL="2743200" lvl="5"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6pPr>
            <a:lvl7pPr marL="3200400" lvl="6"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7pPr>
            <a:lvl8pPr marL="3657600" lvl="7"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8pPr>
            <a:lvl9pPr marL="4114800" lvl="8"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3" r:id="rId2"/>
    <p:sldLayoutId id="2147483658" r:id="rId3"/>
    <p:sldLayoutId id="2147483659" r:id="rId4"/>
    <p:sldLayoutId id="2147483672" r:id="rId5"/>
    <p:sldLayoutId id="2147483673"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C16CF4FB-3628-BA01-5B4C-DA036E639A31}"/>
              </a:ext>
            </a:extLst>
          </p:cNvPr>
          <p:cNvSpPr>
            <a:spLocks noGrp="1"/>
          </p:cNvSpPr>
          <p:nvPr>
            <p:ph type="ctrTitle"/>
          </p:nvPr>
        </p:nvSpPr>
        <p:spPr>
          <a:xfrm>
            <a:off x="2166017" y="143824"/>
            <a:ext cx="4942765" cy="4702123"/>
          </a:xfrm>
        </p:spPr>
        <p:txBody>
          <a:bodyPr/>
          <a:lstStyle/>
          <a:p>
            <a:pPr algn="ctr">
              <a:lnSpc>
                <a:spcPct val="100000"/>
              </a:lnSpc>
            </a:pPr>
            <a:br>
              <a:rPr lang="es-CO" sz="1800" dirty="0">
                <a:solidFill>
                  <a:schemeClr val="tx1"/>
                </a:solidFill>
              </a:rPr>
            </a:br>
            <a:r>
              <a:rPr lang="es-CO" sz="1800" dirty="0">
                <a:solidFill>
                  <a:schemeClr val="tx1"/>
                </a:solidFill>
              </a:rPr>
              <a:t>Digital Avengers</a:t>
            </a:r>
            <a:br>
              <a:rPr lang="es-CO" sz="1800" dirty="0">
                <a:solidFill>
                  <a:schemeClr val="tx1"/>
                </a:solidFill>
              </a:rPr>
            </a:br>
            <a:br>
              <a:rPr lang="es-CO" sz="1800" dirty="0">
                <a:solidFill>
                  <a:schemeClr val="tx1"/>
                </a:solidFill>
              </a:rPr>
            </a:br>
            <a:r>
              <a:rPr lang="es-CO" sz="1800" dirty="0">
                <a:solidFill>
                  <a:schemeClr val="tx1"/>
                </a:solidFill>
              </a:rPr>
              <a:t>Integrantes:</a:t>
            </a:r>
            <a:br>
              <a:rPr lang="es-CO" sz="1800" dirty="0">
                <a:solidFill>
                  <a:schemeClr val="tx1"/>
                </a:solidFill>
              </a:rPr>
            </a:br>
            <a:br>
              <a:rPr lang="es-CO" sz="1800" dirty="0">
                <a:solidFill>
                  <a:schemeClr val="tx1"/>
                </a:solidFill>
              </a:rPr>
            </a:br>
            <a:r>
              <a:rPr lang="es-CO" sz="1800" dirty="0">
                <a:solidFill>
                  <a:schemeClr val="tx1"/>
                </a:solidFill>
              </a:rPr>
              <a:t>Rafael Alfonso Corredor Gambin</a:t>
            </a:r>
            <a:br>
              <a:rPr lang="es-CO" sz="1800" dirty="0">
                <a:solidFill>
                  <a:schemeClr val="tx1"/>
                </a:solidFill>
              </a:rPr>
            </a:br>
            <a:br>
              <a:rPr lang="es-CO" sz="1800" dirty="0">
                <a:solidFill>
                  <a:schemeClr val="tx1"/>
                </a:solidFill>
              </a:rPr>
            </a:br>
            <a:r>
              <a:rPr lang="es-CO" sz="1800" dirty="0">
                <a:solidFill>
                  <a:schemeClr val="tx1"/>
                </a:solidFill>
              </a:rPr>
              <a:t>Karol Daniela Hernández</a:t>
            </a:r>
            <a:br>
              <a:rPr lang="es-CO" sz="1800" dirty="0">
                <a:solidFill>
                  <a:schemeClr val="tx1"/>
                </a:solidFill>
              </a:rPr>
            </a:br>
            <a:r>
              <a:rPr lang="es-CO" sz="1800" dirty="0">
                <a:solidFill>
                  <a:schemeClr val="tx1"/>
                </a:solidFill>
              </a:rPr>
              <a:t> Gracia</a:t>
            </a:r>
            <a:br>
              <a:rPr lang="es-CO" sz="1800" dirty="0">
                <a:solidFill>
                  <a:schemeClr val="tx1"/>
                </a:solidFill>
              </a:rPr>
            </a:br>
            <a:br>
              <a:rPr lang="es-CO" sz="1800" dirty="0">
                <a:solidFill>
                  <a:schemeClr val="tx1"/>
                </a:solidFill>
              </a:rPr>
            </a:br>
            <a:r>
              <a:rPr lang="es-CO" sz="1800" dirty="0">
                <a:solidFill>
                  <a:schemeClr val="tx1"/>
                </a:solidFill>
              </a:rPr>
              <a:t>John Fredy Morales Revueltas</a:t>
            </a:r>
            <a:br>
              <a:rPr lang="es-CO" sz="1800" dirty="0">
                <a:solidFill>
                  <a:schemeClr val="tx1"/>
                </a:solidFill>
              </a:rPr>
            </a:br>
            <a:br>
              <a:rPr lang="es-CO" sz="1800" dirty="0">
                <a:solidFill>
                  <a:schemeClr val="tx1"/>
                </a:solidFill>
              </a:rPr>
            </a:br>
            <a:r>
              <a:rPr lang="es-CO" sz="1800" dirty="0">
                <a:solidFill>
                  <a:schemeClr val="tx1"/>
                </a:solidFill>
              </a:rPr>
              <a:t>Richard Antonio Assis Trujillo</a:t>
            </a:r>
            <a:br>
              <a:rPr lang="es-CO" sz="2000" dirty="0">
                <a:solidFill>
                  <a:schemeClr val="tx1"/>
                </a:solidFill>
              </a:rPr>
            </a:br>
            <a:br>
              <a:rPr lang="es-CO" sz="1400" dirty="0">
                <a:solidFill>
                  <a:schemeClr val="tx1"/>
                </a:solidFill>
              </a:rPr>
            </a:br>
            <a:endParaRPr lang="es-CO" sz="1400" dirty="0">
              <a:solidFill>
                <a:schemeClr val="tx1"/>
              </a:solidFill>
            </a:endParaRPr>
          </a:p>
        </p:txBody>
      </p:sp>
      <p:sp>
        <p:nvSpPr>
          <p:cNvPr id="6" name="Google Shape;240;p31">
            <a:extLst>
              <a:ext uri="{FF2B5EF4-FFF2-40B4-BE49-F238E27FC236}">
                <a16:creationId xmlns:a16="http://schemas.microsoft.com/office/drawing/2014/main" id="{C6AAD27E-1589-A41B-7230-A95B316AFED1}"/>
              </a:ext>
            </a:extLst>
          </p:cNvPr>
          <p:cNvSpPr txBox="1"/>
          <p:nvPr/>
        </p:nvSpPr>
        <p:spPr>
          <a:xfrm>
            <a:off x="227860" y="0"/>
            <a:ext cx="704700" cy="87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000" dirty="0">
                <a:solidFill>
                  <a:schemeClr val="accent1"/>
                </a:solidFill>
                <a:latin typeface="Comfortaa"/>
                <a:ea typeface="Comfortaa"/>
                <a:cs typeface="Comfortaa"/>
                <a:sym typeface="Comfortaa"/>
              </a:rPr>
              <a:t>{</a:t>
            </a:r>
            <a:endParaRPr sz="5000" dirty="0">
              <a:solidFill>
                <a:schemeClr val="accent1"/>
              </a:solidFill>
              <a:latin typeface="Comfortaa"/>
              <a:ea typeface="Comfortaa"/>
              <a:cs typeface="Comfortaa"/>
              <a:sym typeface="Comfortaa"/>
            </a:endParaRPr>
          </a:p>
        </p:txBody>
      </p:sp>
      <p:sp>
        <p:nvSpPr>
          <p:cNvPr id="7" name="Google Shape;241;p31">
            <a:extLst>
              <a:ext uri="{FF2B5EF4-FFF2-40B4-BE49-F238E27FC236}">
                <a16:creationId xmlns:a16="http://schemas.microsoft.com/office/drawing/2014/main" id="{94E16C9F-D294-BD56-8BD3-99369B0C0ED8}"/>
              </a:ext>
            </a:extLst>
          </p:cNvPr>
          <p:cNvSpPr txBox="1"/>
          <p:nvPr/>
        </p:nvSpPr>
        <p:spPr>
          <a:xfrm>
            <a:off x="8588000" y="4001925"/>
            <a:ext cx="519300" cy="759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5000" dirty="0">
                <a:solidFill>
                  <a:schemeClr val="accent3"/>
                </a:solidFill>
                <a:latin typeface="Comfortaa"/>
                <a:ea typeface="Comfortaa"/>
                <a:cs typeface="Comfortaa"/>
                <a:sym typeface="Comfortaa"/>
              </a:rPr>
              <a:t>}</a:t>
            </a:r>
            <a:endParaRPr sz="5000" dirty="0">
              <a:solidFill>
                <a:schemeClr val="accent3"/>
              </a:solidFill>
              <a:latin typeface="Comfortaa"/>
              <a:ea typeface="Comfortaa"/>
              <a:cs typeface="Comfortaa"/>
              <a:sym typeface="Comfortaa"/>
            </a:endParaRPr>
          </a:p>
        </p:txBody>
      </p:sp>
      <p:grpSp>
        <p:nvGrpSpPr>
          <p:cNvPr id="8" name="Google Shape;247;p31">
            <a:extLst>
              <a:ext uri="{FF2B5EF4-FFF2-40B4-BE49-F238E27FC236}">
                <a16:creationId xmlns:a16="http://schemas.microsoft.com/office/drawing/2014/main" id="{DACB2E21-08F0-AFF3-36D3-0CC1AC9071C2}"/>
              </a:ext>
            </a:extLst>
          </p:cNvPr>
          <p:cNvGrpSpPr/>
          <p:nvPr/>
        </p:nvGrpSpPr>
        <p:grpSpPr>
          <a:xfrm>
            <a:off x="227860" y="1300480"/>
            <a:ext cx="1994416" cy="3263690"/>
            <a:chOff x="5" y="747463"/>
            <a:chExt cx="2377907" cy="3907563"/>
          </a:xfrm>
        </p:grpSpPr>
        <p:sp>
          <p:nvSpPr>
            <p:cNvPr id="9" name="Google Shape;248;p31">
              <a:extLst>
                <a:ext uri="{FF2B5EF4-FFF2-40B4-BE49-F238E27FC236}">
                  <a16:creationId xmlns:a16="http://schemas.microsoft.com/office/drawing/2014/main" id="{E69564A1-43AD-2D25-FF6A-AE2F74F954B4}"/>
                </a:ext>
              </a:extLst>
            </p:cNvPr>
            <p:cNvSpPr/>
            <p:nvPr/>
          </p:nvSpPr>
          <p:spPr>
            <a:xfrm>
              <a:off x="5" y="756038"/>
              <a:ext cx="3549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249;p31">
              <a:extLst>
                <a:ext uri="{FF2B5EF4-FFF2-40B4-BE49-F238E27FC236}">
                  <a16:creationId xmlns:a16="http://schemas.microsoft.com/office/drawing/2014/main" id="{B398DFC7-6B86-D061-81B7-75AA5852D0D5}"/>
                </a:ext>
              </a:extLst>
            </p:cNvPr>
            <p:cNvSpPr/>
            <p:nvPr/>
          </p:nvSpPr>
          <p:spPr>
            <a:xfrm>
              <a:off x="486329" y="747463"/>
              <a:ext cx="3549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250;p31">
              <a:extLst>
                <a:ext uri="{FF2B5EF4-FFF2-40B4-BE49-F238E27FC236}">
                  <a16:creationId xmlns:a16="http://schemas.microsoft.com/office/drawing/2014/main" id="{499046B2-421A-3913-5C8E-5BE4779F2516}"/>
                </a:ext>
              </a:extLst>
            </p:cNvPr>
            <p:cNvSpPr/>
            <p:nvPr/>
          </p:nvSpPr>
          <p:spPr>
            <a:xfrm>
              <a:off x="5" y="1068263"/>
              <a:ext cx="3549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 name="Google Shape;251;p31">
              <a:extLst>
                <a:ext uri="{FF2B5EF4-FFF2-40B4-BE49-F238E27FC236}">
                  <a16:creationId xmlns:a16="http://schemas.microsoft.com/office/drawing/2014/main" id="{1EE5B673-37D1-FA12-2FEF-2B3313C04907}"/>
                </a:ext>
              </a:extLst>
            </p:cNvPr>
            <p:cNvSpPr/>
            <p:nvPr/>
          </p:nvSpPr>
          <p:spPr>
            <a:xfrm>
              <a:off x="5" y="1394975"/>
              <a:ext cx="3549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252;p31">
              <a:extLst>
                <a:ext uri="{FF2B5EF4-FFF2-40B4-BE49-F238E27FC236}">
                  <a16:creationId xmlns:a16="http://schemas.microsoft.com/office/drawing/2014/main" id="{D03D028C-4695-0289-26B5-F6143C68C2F9}"/>
                </a:ext>
              </a:extLst>
            </p:cNvPr>
            <p:cNvSpPr/>
            <p:nvPr/>
          </p:nvSpPr>
          <p:spPr>
            <a:xfrm>
              <a:off x="5" y="1721713"/>
              <a:ext cx="3549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253;p31">
              <a:extLst>
                <a:ext uri="{FF2B5EF4-FFF2-40B4-BE49-F238E27FC236}">
                  <a16:creationId xmlns:a16="http://schemas.microsoft.com/office/drawing/2014/main" id="{D621DB33-F55B-4E61-4E52-7F6EB2AFBD74}"/>
                </a:ext>
              </a:extLst>
            </p:cNvPr>
            <p:cNvSpPr/>
            <p:nvPr/>
          </p:nvSpPr>
          <p:spPr>
            <a:xfrm>
              <a:off x="434858" y="1721713"/>
              <a:ext cx="4545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254;p31">
              <a:extLst>
                <a:ext uri="{FF2B5EF4-FFF2-40B4-BE49-F238E27FC236}">
                  <a16:creationId xmlns:a16="http://schemas.microsoft.com/office/drawing/2014/main" id="{F0BF70EF-2DBD-CB8A-8F54-D6A039AD7B4A}"/>
                </a:ext>
              </a:extLst>
            </p:cNvPr>
            <p:cNvSpPr/>
            <p:nvPr/>
          </p:nvSpPr>
          <p:spPr>
            <a:xfrm>
              <a:off x="934654" y="1721722"/>
              <a:ext cx="2607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255;p31">
              <a:extLst>
                <a:ext uri="{FF2B5EF4-FFF2-40B4-BE49-F238E27FC236}">
                  <a16:creationId xmlns:a16="http://schemas.microsoft.com/office/drawing/2014/main" id="{FEB4C129-6000-504C-2D49-AE2424A74E16}"/>
                </a:ext>
              </a:extLst>
            </p:cNvPr>
            <p:cNvSpPr/>
            <p:nvPr/>
          </p:nvSpPr>
          <p:spPr>
            <a:xfrm>
              <a:off x="5" y="2032288"/>
              <a:ext cx="3276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256;p31">
              <a:extLst>
                <a:ext uri="{FF2B5EF4-FFF2-40B4-BE49-F238E27FC236}">
                  <a16:creationId xmlns:a16="http://schemas.microsoft.com/office/drawing/2014/main" id="{6D877B2C-3673-4DF4-7E5D-A3375E88E71E}"/>
                </a:ext>
              </a:extLst>
            </p:cNvPr>
            <p:cNvSpPr/>
            <p:nvPr/>
          </p:nvSpPr>
          <p:spPr>
            <a:xfrm>
              <a:off x="5" y="2375138"/>
              <a:ext cx="3276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 name="Google Shape;257;p31">
              <a:extLst>
                <a:ext uri="{FF2B5EF4-FFF2-40B4-BE49-F238E27FC236}">
                  <a16:creationId xmlns:a16="http://schemas.microsoft.com/office/drawing/2014/main" id="{110A8EB0-9F18-C9A3-5426-CE3BA9A46927}"/>
                </a:ext>
              </a:extLst>
            </p:cNvPr>
            <p:cNvSpPr/>
            <p:nvPr/>
          </p:nvSpPr>
          <p:spPr>
            <a:xfrm>
              <a:off x="5" y="2684063"/>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258;p31">
              <a:extLst>
                <a:ext uri="{FF2B5EF4-FFF2-40B4-BE49-F238E27FC236}">
                  <a16:creationId xmlns:a16="http://schemas.microsoft.com/office/drawing/2014/main" id="{6BC58843-C39A-3B69-119F-C4CBC5940085}"/>
                </a:ext>
              </a:extLst>
            </p:cNvPr>
            <p:cNvSpPr/>
            <p:nvPr/>
          </p:nvSpPr>
          <p:spPr>
            <a:xfrm>
              <a:off x="5" y="2992988"/>
              <a:ext cx="3276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259;p31">
              <a:extLst>
                <a:ext uri="{FF2B5EF4-FFF2-40B4-BE49-F238E27FC236}">
                  <a16:creationId xmlns:a16="http://schemas.microsoft.com/office/drawing/2014/main" id="{C174EE83-C161-B49F-B220-F431963EF1A9}"/>
                </a:ext>
              </a:extLst>
            </p:cNvPr>
            <p:cNvSpPr/>
            <p:nvPr/>
          </p:nvSpPr>
          <p:spPr>
            <a:xfrm>
              <a:off x="13726" y="3773963"/>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260;p31">
              <a:extLst>
                <a:ext uri="{FF2B5EF4-FFF2-40B4-BE49-F238E27FC236}">
                  <a16:creationId xmlns:a16="http://schemas.microsoft.com/office/drawing/2014/main" id="{EB620889-752D-F3A9-E133-339DEAB93E3A}"/>
                </a:ext>
              </a:extLst>
            </p:cNvPr>
            <p:cNvSpPr/>
            <p:nvPr/>
          </p:nvSpPr>
          <p:spPr>
            <a:xfrm>
              <a:off x="434858" y="2032288"/>
              <a:ext cx="3276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261;p31">
              <a:extLst>
                <a:ext uri="{FF2B5EF4-FFF2-40B4-BE49-F238E27FC236}">
                  <a16:creationId xmlns:a16="http://schemas.microsoft.com/office/drawing/2014/main" id="{3FB921D4-7F39-663A-8E90-5A2ABDD6E45A}"/>
                </a:ext>
              </a:extLst>
            </p:cNvPr>
            <p:cNvSpPr/>
            <p:nvPr/>
          </p:nvSpPr>
          <p:spPr>
            <a:xfrm>
              <a:off x="395919" y="2375138"/>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262;p31">
              <a:extLst>
                <a:ext uri="{FF2B5EF4-FFF2-40B4-BE49-F238E27FC236}">
                  <a16:creationId xmlns:a16="http://schemas.microsoft.com/office/drawing/2014/main" id="{5C48E560-A4E6-BEE6-7D1C-3DB06FC33DFC}"/>
                </a:ext>
              </a:extLst>
            </p:cNvPr>
            <p:cNvSpPr/>
            <p:nvPr/>
          </p:nvSpPr>
          <p:spPr>
            <a:xfrm>
              <a:off x="434858" y="2684063"/>
              <a:ext cx="3276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263;p31">
              <a:extLst>
                <a:ext uri="{FF2B5EF4-FFF2-40B4-BE49-F238E27FC236}">
                  <a16:creationId xmlns:a16="http://schemas.microsoft.com/office/drawing/2014/main" id="{E429403A-5071-15ED-C33C-9935988A7757}"/>
                </a:ext>
              </a:extLst>
            </p:cNvPr>
            <p:cNvSpPr/>
            <p:nvPr/>
          </p:nvSpPr>
          <p:spPr>
            <a:xfrm>
              <a:off x="434858" y="3009950"/>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264;p31">
              <a:extLst>
                <a:ext uri="{FF2B5EF4-FFF2-40B4-BE49-F238E27FC236}">
                  <a16:creationId xmlns:a16="http://schemas.microsoft.com/office/drawing/2014/main" id="{4BB66B88-FE03-2386-1C65-BD074BE58BB6}"/>
                </a:ext>
              </a:extLst>
            </p:cNvPr>
            <p:cNvSpPr/>
            <p:nvPr/>
          </p:nvSpPr>
          <p:spPr>
            <a:xfrm>
              <a:off x="434858" y="3335838"/>
              <a:ext cx="3276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265;p31">
              <a:extLst>
                <a:ext uri="{FF2B5EF4-FFF2-40B4-BE49-F238E27FC236}">
                  <a16:creationId xmlns:a16="http://schemas.microsoft.com/office/drawing/2014/main" id="{A39189B5-9594-64B0-41FD-7E1FF62C8149}"/>
                </a:ext>
              </a:extLst>
            </p:cNvPr>
            <p:cNvSpPr/>
            <p:nvPr/>
          </p:nvSpPr>
          <p:spPr>
            <a:xfrm>
              <a:off x="838550" y="2032296"/>
              <a:ext cx="465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266;p31">
              <a:extLst>
                <a:ext uri="{FF2B5EF4-FFF2-40B4-BE49-F238E27FC236}">
                  <a16:creationId xmlns:a16="http://schemas.microsoft.com/office/drawing/2014/main" id="{4D108F67-FDF4-0337-807E-32810F95F0A3}"/>
                </a:ext>
              </a:extLst>
            </p:cNvPr>
            <p:cNvSpPr/>
            <p:nvPr/>
          </p:nvSpPr>
          <p:spPr>
            <a:xfrm>
              <a:off x="838550" y="2375145"/>
              <a:ext cx="6507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267;p31">
              <a:extLst>
                <a:ext uri="{FF2B5EF4-FFF2-40B4-BE49-F238E27FC236}">
                  <a16:creationId xmlns:a16="http://schemas.microsoft.com/office/drawing/2014/main" id="{9D5B50D0-8F0E-F3F7-A529-6B7984190893}"/>
                </a:ext>
              </a:extLst>
            </p:cNvPr>
            <p:cNvSpPr/>
            <p:nvPr/>
          </p:nvSpPr>
          <p:spPr>
            <a:xfrm>
              <a:off x="861466" y="2684069"/>
              <a:ext cx="7572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268;p31">
              <a:extLst>
                <a:ext uri="{FF2B5EF4-FFF2-40B4-BE49-F238E27FC236}">
                  <a16:creationId xmlns:a16="http://schemas.microsoft.com/office/drawing/2014/main" id="{0B107983-3947-C4C6-C4C6-CA401347DA27}"/>
                </a:ext>
              </a:extLst>
            </p:cNvPr>
            <p:cNvSpPr/>
            <p:nvPr/>
          </p:nvSpPr>
          <p:spPr>
            <a:xfrm>
              <a:off x="861466" y="3028567"/>
              <a:ext cx="7572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269;p31">
              <a:extLst>
                <a:ext uri="{FF2B5EF4-FFF2-40B4-BE49-F238E27FC236}">
                  <a16:creationId xmlns:a16="http://schemas.microsoft.com/office/drawing/2014/main" id="{11C15599-68E2-48E6-7564-36216F02BE33}"/>
                </a:ext>
              </a:extLst>
            </p:cNvPr>
            <p:cNvSpPr/>
            <p:nvPr/>
          </p:nvSpPr>
          <p:spPr>
            <a:xfrm>
              <a:off x="861466" y="3335841"/>
              <a:ext cx="7572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270;p31">
              <a:extLst>
                <a:ext uri="{FF2B5EF4-FFF2-40B4-BE49-F238E27FC236}">
                  <a16:creationId xmlns:a16="http://schemas.microsoft.com/office/drawing/2014/main" id="{7824EFDD-250C-5843-C4E6-FA240B5E0994}"/>
                </a:ext>
              </a:extLst>
            </p:cNvPr>
            <p:cNvSpPr/>
            <p:nvPr/>
          </p:nvSpPr>
          <p:spPr>
            <a:xfrm>
              <a:off x="1360349" y="2032296"/>
              <a:ext cx="4242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271;p31">
              <a:extLst>
                <a:ext uri="{FF2B5EF4-FFF2-40B4-BE49-F238E27FC236}">
                  <a16:creationId xmlns:a16="http://schemas.microsoft.com/office/drawing/2014/main" id="{C7084EA7-659A-F7D3-DE45-FB4092A14C93}"/>
                </a:ext>
              </a:extLst>
            </p:cNvPr>
            <p:cNvSpPr/>
            <p:nvPr/>
          </p:nvSpPr>
          <p:spPr>
            <a:xfrm>
              <a:off x="1573836" y="2358182"/>
              <a:ext cx="4242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272;p31">
              <a:extLst>
                <a:ext uri="{FF2B5EF4-FFF2-40B4-BE49-F238E27FC236}">
                  <a16:creationId xmlns:a16="http://schemas.microsoft.com/office/drawing/2014/main" id="{340B13C6-52EE-BAA4-117D-F627C0D3B817}"/>
                </a:ext>
              </a:extLst>
            </p:cNvPr>
            <p:cNvSpPr/>
            <p:nvPr/>
          </p:nvSpPr>
          <p:spPr>
            <a:xfrm>
              <a:off x="1697856" y="2684094"/>
              <a:ext cx="2607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 name="Google Shape;273;p31">
              <a:extLst>
                <a:ext uri="{FF2B5EF4-FFF2-40B4-BE49-F238E27FC236}">
                  <a16:creationId xmlns:a16="http://schemas.microsoft.com/office/drawing/2014/main" id="{4C802B86-5249-83B1-47A1-4E79F6DC903C}"/>
                </a:ext>
              </a:extLst>
            </p:cNvPr>
            <p:cNvSpPr/>
            <p:nvPr/>
          </p:nvSpPr>
          <p:spPr>
            <a:xfrm>
              <a:off x="1697856" y="3335891"/>
              <a:ext cx="2607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274;p31">
              <a:extLst>
                <a:ext uri="{FF2B5EF4-FFF2-40B4-BE49-F238E27FC236}">
                  <a16:creationId xmlns:a16="http://schemas.microsoft.com/office/drawing/2014/main" id="{B6400463-3956-7073-6328-8611D73749D4}"/>
                </a:ext>
              </a:extLst>
            </p:cNvPr>
            <p:cNvSpPr/>
            <p:nvPr/>
          </p:nvSpPr>
          <p:spPr>
            <a:xfrm>
              <a:off x="13726" y="4013038"/>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275;p31">
              <a:extLst>
                <a:ext uri="{FF2B5EF4-FFF2-40B4-BE49-F238E27FC236}">
                  <a16:creationId xmlns:a16="http://schemas.microsoft.com/office/drawing/2014/main" id="{97D2CCAD-596B-1CA7-6C02-3083D4FF019A}"/>
                </a:ext>
              </a:extLst>
            </p:cNvPr>
            <p:cNvSpPr/>
            <p:nvPr/>
          </p:nvSpPr>
          <p:spPr>
            <a:xfrm>
              <a:off x="395919" y="4296538"/>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276;p31">
              <a:extLst>
                <a:ext uri="{FF2B5EF4-FFF2-40B4-BE49-F238E27FC236}">
                  <a16:creationId xmlns:a16="http://schemas.microsoft.com/office/drawing/2014/main" id="{B5799FB6-B078-8A98-A513-38E262B7F0F5}"/>
                </a:ext>
              </a:extLst>
            </p:cNvPr>
            <p:cNvSpPr/>
            <p:nvPr/>
          </p:nvSpPr>
          <p:spPr>
            <a:xfrm>
              <a:off x="875884" y="4296538"/>
              <a:ext cx="3855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277;p31">
              <a:extLst>
                <a:ext uri="{FF2B5EF4-FFF2-40B4-BE49-F238E27FC236}">
                  <a16:creationId xmlns:a16="http://schemas.microsoft.com/office/drawing/2014/main" id="{45A5CD87-A439-2C70-8B3F-B1ED90FE387C}"/>
                </a:ext>
              </a:extLst>
            </p:cNvPr>
            <p:cNvSpPr/>
            <p:nvPr/>
          </p:nvSpPr>
          <p:spPr>
            <a:xfrm>
              <a:off x="1360349" y="4296538"/>
              <a:ext cx="4869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278;p31">
              <a:extLst>
                <a:ext uri="{FF2B5EF4-FFF2-40B4-BE49-F238E27FC236}">
                  <a16:creationId xmlns:a16="http://schemas.microsoft.com/office/drawing/2014/main" id="{99AC4474-6D10-4D3A-2460-047E486DBC47}"/>
                </a:ext>
              </a:extLst>
            </p:cNvPr>
            <p:cNvSpPr/>
            <p:nvPr/>
          </p:nvSpPr>
          <p:spPr>
            <a:xfrm>
              <a:off x="1912083" y="4296538"/>
              <a:ext cx="1776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 name="Google Shape;279;p31">
              <a:extLst>
                <a:ext uri="{FF2B5EF4-FFF2-40B4-BE49-F238E27FC236}">
                  <a16:creationId xmlns:a16="http://schemas.microsoft.com/office/drawing/2014/main" id="{A69B8551-93D6-1F30-CAE6-9389AD10F605}"/>
                </a:ext>
              </a:extLst>
            </p:cNvPr>
            <p:cNvSpPr/>
            <p:nvPr/>
          </p:nvSpPr>
          <p:spPr>
            <a:xfrm>
              <a:off x="395919" y="4505063"/>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 name="Google Shape;280;p31">
              <a:extLst>
                <a:ext uri="{FF2B5EF4-FFF2-40B4-BE49-F238E27FC236}">
                  <a16:creationId xmlns:a16="http://schemas.microsoft.com/office/drawing/2014/main" id="{153E1E2C-668F-6104-A4BD-8BF6AEC9FE67}"/>
                </a:ext>
              </a:extLst>
            </p:cNvPr>
            <p:cNvSpPr/>
            <p:nvPr/>
          </p:nvSpPr>
          <p:spPr>
            <a:xfrm>
              <a:off x="875884" y="4505063"/>
              <a:ext cx="6135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 name="Google Shape;281;p31">
              <a:extLst>
                <a:ext uri="{FF2B5EF4-FFF2-40B4-BE49-F238E27FC236}">
                  <a16:creationId xmlns:a16="http://schemas.microsoft.com/office/drawing/2014/main" id="{4FB106BF-8910-4193-2D84-C9A993D43A39}"/>
                </a:ext>
              </a:extLst>
            </p:cNvPr>
            <p:cNvSpPr/>
            <p:nvPr/>
          </p:nvSpPr>
          <p:spPr>
            <a:xfrm>
              <a:off x="1570204" y="4505063"/>
              <a:ext cx="2607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 name="Google Shape;282;p31">
              <a:extLst>
                <a:ext uri="{FF2B5EF4-FFF2-40B4-BE49-F238E27FC236}">
                  <a16:creationId xmlns:a16="http://schemas.microsoft.com/office/drawing/2014/main" id="{051E2779-8635-0F4F-AF0D-1D60485B164D}"/>
                </a:ext>
              </a:extLst>
            </p:cNvPr>
            <p:cNvSpPr/>
            <p:nvPr/>
          </p:nvSpPr>
          <p:spPr>
            <a:xfrm>
              <a:off x="894657" y="759375"/>
              <a:ext cx="4656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 name="Google Shape;283;p31">
              <a:extLst>
                <a:ext uri="{FF2B5EF4-FFF2-40B4-BE49-F238E27FC236}">
                  <a16:creationId xmlns:a16="http://schemas.microsoft.com/office/drawing/2014/main" id="{E9C3EC67-7EDE-CA7F-161D-26E23B6A765D}"/>
                </a:ext>
              </a:extLst>
            </p:cNvPr>
            <p:cNvSpPr/>
            <p:nvPr/>
          </p:nvSpPr>
          <p:spPr>
            <a:xfrm>
              <a:off x="486348" y="106828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 name="Google Shape;284;p31">
              <a:extLst>
                <a:ext uri="{FF2B5EF4-FFF2-40B4-BE49-F238E27FC236}">
                  <a16:creationId xmlns:a16="http://schemas.microsoft.com/office/drawing/2014/main" id="{BC71E4ED-C46D-F389-759E-3D2734C0036E}"/>
                </a:ext>
              </a:extLst>
            </p:cNvPr>
            <p:cNvSpPr/>
            <p:nvPr/>
          </p:nvSpPr>
          <p:spPr>
            <a:xfrm>
              <a:off x="1169818" y="1064149"/>
              <a:ext cx="4656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 name="Google Shape;285;p31">
              <a:extLst>
                <a:ext uri="{FF2B5EF4-FFF2-40B4-BE49-F238E27FC236}">
                  <a16:creationId xmlns:a16="http://schemas.microsoft.com/office/drawing/2014/main" id="{52C33DD1-BBD6-5025-6682-3857010F7C79}"/>
                </a:ext>
              </a:extLst>
            </p:cNvPr>
            <p:cNvSpPr/>
            <p:nvPr/>
          </p:nvSpPr>
          <p:spPr>
            <a:xfrm>
              <a:off x="486342" y="1395013"/>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 name="Google Shape;286;p31">
              <a:extLst>
                <a:ext uri="{FF2B5EF4-FFF2-40B4-BE49-F238E27FC236}">
                  <a16:creationId xmlns:a16="http://schemas.microsoft.com/office/drawing/2014/main" id="{B786DA84-A81A-09B7-C000-503248FE5863}"/>
                </a:ext>
              </a:extLst>
            </p:cNvPr>
            <p:cNvSpPr/>
            <p:nvPr/>
          </p:nvSpPr>
          <p:spPr>
            <a:xfrm>
              <a:off x="1254423" y="1719659"/>
              <a:ext cx="2964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 name="Google Shape;287;p31">
              <a:extLst>
                <a:ext uri="{FF2B5EF4-FFF2-40B4-BE49-F238E27FC236}">
                  <a16:creationId xmlns:a16="http://schemas.microsoft.com/office/drawing/2014/main" id="{35B3C5B9-B206-87F8-46F7-4CE8041EA3B0}"/>
                </a:ext>
              </a:extLst>
            </p:cNvPr>
            <p:cNvSpPr/>
            <p:nvPr/>
          </p:nvSpPr>
          <p:spPr>
            <a:xfrm>
              <a:off x="1697859" y="3028567"/>
              <a:ext cx="2964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 name="Google Shape;288;p31">
              <a:extLst>
                <a:ext uri="{FF2B5EF4-FFF2-40B4-BE49-F238E27FC236}">
                  <a16:creationId xmlns:a16="http://schemas.microsoft.com/office/drawing/2014/main" id="{FA12F695-830F-B948-D741-627EBE38C06D}"/>
                </a:ext>
              </a:extLst>
            </p:cNvPr>
            <p:cNvSpPr/>
            <p:nvPr/>
          </p:nvSpPr>
          <p:spPr>
            <a:xfrm>
              <a:off x="1840717" y="2032296"/>
              <a:ext cx="240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289;p31">
              <a:extLst>
                <a:ext uri="{FF2B5EF4-FFF2-40B4-BE49-F238E27FC236}">
                  <a16:creationId xmlns:a16="http://schemas.microsoft.com/office/drawing/2014/main" id="{A4D0E71E-085A-8606-EC4E-1CB5E4C21143}"/>
                </a:ext>
              </a:extLst>
            </p:cNvPr>
            <p:cNvSpPr/>
            <p:nvPr/>
          </p:nvSpPr>
          <p:spPr>
            <a:xfrm>
              <a:off x="2037810" y="2684069"/>
              <a:ext cx="240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 name="Google Shape;290;p31">
              <a:extLst>
                <a:ext uri="{FF2B5EF4-FFF2-40B4-BE49-F238E27FC236}">
                  <a16:creationId xmlns:a16="http://schemas.microsoft.com/office/drawing/2014/main" id="{83D1965E-3626-6CBB-CBEF-F1ECD4EECE32}"/>
                </a:ext>
              </a:extLst>
            </p:cNvPr>
            <p:cNvSpPr/>
            <p:nvPr/>
          </p:nvSpPr>
          <p:spPr>
            <a:xfrm>
              <a:off x="1912311" y="4507125"/>
              <a:ext cx="4656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 name="Google Shape;291;p31">
              <a:extLst>
                <a:ext uri="{FF2B5EF4-FFF2-40B4-BE49-F238E27FC236}">
                  <a16:creationId xmlns:a16="http://schemas.microsoft.com/office/drawing/2014/main" id="{D1CB1118-5F04-2662-0C5F-C18233E414E9}"/>
                </a:ext>
              </a:extLst>
            </p:cNvPr>
            <p:cNvSpPr/>
            <p:nvPr/>
          </p:nvSpPr>
          <p:spPr>
            <a:xfrm>
              <a:off x="434873" y="3987600"/>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292;p31">
              <a:extLst>
                <a:ext uri="{FF2B5EF4-FFF2-40B4-BE49-F238E27FC236}">
                  <a16:creationId xmlns:a16="http://schemas.microsoft.com/office/drawing/2014/main" id="{83265E09-E213-D5C6-52F4-F41068247C20}"/>
                </a:ext>
              </a:extLst>
            </p:cNvPr>
            <p:cNvSpPr/>
            <p:nvPr/>
          </p:nvSpPr>
          <p:spPr>
            <a:xfrm>
              <a:off x="434873" y="3757500"/>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4" name="Google Shape;247;p31">
            <a:extLst>
              <a:ext uri="{FF2B5EF4-FFF2-40B4-BE49-F238E27FC236}">
                <a16:creationId xmlns:a16="http://schemas.microsoft.com/office/drawing/2014/main" id="{11A3F008-88C2-2AF6-22BB-4828C62088EB}"/>
              </a:ext>
            </a:extLst>
          </p:cNvPr>
          <p:cNvGrpSpPr/>
          <p:nvPr/>
        </p:nvGrpSpPr>
        <p:grpSpPr>
          <a:xfrm flipH="1">
            <a:off x="7024869" y="132080"/>
            <a:ext cx="1891270" cy="2909425"/>
            <a:chOff x="5" y="747463"/>
            <a:chExt cx="2377907" cy="3907563"/>
          </a:xfrm>
        </p:grpSpPr>
        <p:sp>
          <p:nvSpPr>
            <p:cNvPr id="55" name="Google Shape;248;p31">
              <a:extLst>
                <a:ext uri="{FF2B5EF4-FFF2-40B4-BE49-F238E27FC236}">
                  <a16:creationId xmlns:a16="http://schemas.microsoft.com/office/drawing/2014/main" id="{77D15029-1554-F5BB-C616-21E9BF9C2431}"/>
                </a:ext>
              </a:extLst>
            </p:cNvPr>
            <p:cNvSpPr/>
            <p:nvPr/>
          </p:nvSpPr>
          <p:spPr>
            <a:xfrm>
              <a:off x="5" y="756038"/>
              <a:ext cx="3549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 name="Google Shape;249;p31">
              <a:extLst>
                <a:ext uri="{FF2B5EF4-FFF2-40B4-BE49-F238E27FC236}">
                  <a16:creationId xmlns:a16="http://schemas.microsoft.com/office/drawing/2014/main" id="{B89629BA-6A82-3578-91D7-EFDCA1FABA1B}"/>
                </a:ext>
              </a:extLst>
            </p:cNvPr>
            <p:cNvSpPr/>
            <p:nvPr/>
          </p:nvSpPr>
          <p:spPr>
            <a:xfrm>
              <a:off x="486329" y="747463"/>
              <a:ext cx="3549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 name="Google Shape;250;p31">
              <a:extLst>
                <a:ext uri="{FF2B5EF4-FFF2-40B4-BE49-F238E27FC236}">
                  <a16:creationId xmlns:a16="http://schemas.microsoft.com/office/drawing/2014/main" id="{1BB124F5-6488-0447-269F-7538BC10C631}"/>
                </a:ext>
              </a:extLst>
            </p:cNvPr>
            <p:cNvSpPr/>
            <p:nvPr/>
          </p:nvSpPr>
          <p:spPr>
            <a:xfrm>
              <a:off x="5" y="1068263"/>
              <a:ext cx="3549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 name="Google Shape;251;p31">
              <a:extLst>
                <a:ext uri="{FF2B5EF4-FFF2-40B4-BE49-F238E27FC236}">
                  <a16:creationId xmlns:a16="http://schemas.microsoft.com/office/drawing/2014/main" id="{AE41A3EB-8946-854D-5D8D-1480050C35A6}"/>
                </a:ext>
              </a:extLst>
            </p:cNvPr>
            <p:cNvSpPr/>
            <p:nvPr/>
          </p:nvSpPr>
          <p:spPr>
            <a:xfrm>
              <a:off x="5" y="1394975"/>
              <a:ext cx="3549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252;p31">
              <a:extLst>
                <a:ext uri="{FF2B5EF4-FFF2-40B4-BE49-F238E27FC236}">
                  <a16:creationId xmlns:a16="http://schemas.microsoft.com/office/drawing/2014/main" id="{AF32E580-418B-9647-87DB-5F93EBF9542C}"/>
                </a:ext>
              </a:extLst>
            </p:cNvPr>
            <p:cNvSpPr/>
            <p:nvPr/>
          </p:nvSpPr>
          <p:spPr>
            <a:xfrm>
              <a:off x="5" y="1721713"/>
              <a:ext cx="3549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253;p31">
              <a:extLst>
                <a:ext uri="{FF2B5EF4-FFF2-40B4-BE49-F238E27FC236}">
                  <a16:creationId xmlns:a16="http://schemas.microsoft.com/office/drawing/2014/main" id="{355582B6-6557-150A-6906-8F8A4FA58576}"/>
                </a:ext>
              </a:extLst>
            </p:cNvPr>
            <p:cNvSpPr/>
            <p:nvPr/>
          </p:nvSpPr>
          <p:spPr>
            <a:xfrm>
              <a:off x="434858" y="1721713"/>
              <a:ext cx="4545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254;p31">
              <a:extLst>
                <a:ext uri="{FF2B5EF4-FFF2-40B4-BE49-F238E27FC236}">
                  <a16:creationId xmlns:a16="http://schemas.microsoft.com/office/drawing/2014/main" id="{4DC825E8-FA06-0112-DDDF-915A1E1F4DDE}"/>
                </a:ext>
              </a:extLst>
            </p:cNvPr>
            <p:cNvSpPr/>
            <p:nvPr/>
          </p:nvSpPr>
          <p:spPr>
            <a:xfrm>
              <a:off x="934654" y="1721722"/>
              <a:ext cx="2607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255;p31">
              <a:extLst>
                <a:ext uri="{FF2B5EF4-FFF2-40B4-BE49-F238E27FC236}">
                  <a16:creationId xmlns:a16="http://schemas.microsoft.com/office/drawing/2014/main" id="{A2C08424-7E71-FE39-A0AB-958659EA0472}"/>
                </a:ext>
              </a:extLst>
            </p:cNvPr>
            <p:cNvSpPr/>
            <p:nvPr/>
          </p:nvSpPr>
          <p:spPr>
            <a:xfrm>
              <a:off x="5" y="2032288"/>
              <a:ext cx="3276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256;p31">
              <a:extLst>
                <a:ext uri="{FF2B5EF4-FFF2-40B4-BE49-F238E27FC236}">
                  <a16:creationId xmlns:a16="http://schemas.microsoft.com/office/drawing/2014/main" id="{E816EA50-EBD2-1496-28B0-A7562015CD90}"/>
                </a:ext>
              </a:extLst>
            </p:cNvPr>
            <p:cNvSpPr/>
            <p:nvPr/>
          </p:nvSpPr>
          <p:spPr>
            <a:xfrm>
              <a:off x="5" y="2375138"/>
              <a:ext cx="3276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 name="Google Shape;257;p31">
              <a:extLst>
                <a:ext uri="{FF2B5EF4-FFF2-40B4-BE49-F238E27FC236}">
                  <a16:creationId xmlns:a16="http://schemas.microsoft.com/office/drawing/2014/main" id="{CEA87247-779A-7C8D-EB9B-F73148450FFE}"/>
                </a:ext>
              </a:extLst>
            </p:cNvPr>
            <p:cNvSpPr/>
            <p:nvPr/>
          </p:nvSpPr>
          <p:spPr>
            <a:xfrm>
              <a:off x="5" y="2684063"/>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258;p31">
              <a:extLst>
                <a:ext uri="{FF2B5EF4-FFF2-40B4-BE49-F238E27FC236}">
                  <a16:creationId xmlns:a16="http://schemas.microsoft.com/office/drawing/2014/main" id="{D296C6AF-1AEA-91FD-8FEA-394589756598}"/>
                </a:ext>
              </a:extLst>
            </p:cNvPr>
            <p:cNvSpPr/>
            <p:nvPr/>
          </p:nvSpPr>
          <p:spPr>
            <a:xfrm>
              <a:off x="5" y="2992988"/>
              <a:ext cx="3276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 name="Google Shape;259;p31">
              <a:extLst>
                <a:ext uri="{FF2B5EF4-FFF2-40B4-BE49-F238E27FC236}">
                  <a16:creationId xmlns:a16="http://schemas.microsoft.com/office/drawing/2014/main" id="{1B51F7DC-794A-B29F-0E39-A41F903CFB9E}"/>
                </a:ext>
              </a:extLst>
            </p:cNvPr>
            <p:cNvSpPr/>
            <p:nvPr/>
          </p:nvSpPr>
          <p:spPr>
            <a:xfrm>
              <a:off x="13726" y="3773963"/>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 name="Google Shape;260;p31">
              <a:extLst>
                <a:ext uri="{FF2B5EF4-FFF2-40B4-BE49-F238E27FC236}">
                  <a16:creationId xmlns:a16="http://schemas.microsoft.com/office/drawing/2014/main" id="{20F70DE8-8491-838D-618E-3A35EF7B3436}"/>
                </a:ext>
              </a:extLst>
            </p:cNvPr>
            <p:cNvSpPr/>
            <p:nvPr/>
          </p:nvSpPr>
          <p:spPr>
            <a:xfrm>
              <a:off x="434858" y="2032288"/>
              <a:ext cx="3276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 name="Google Shape;261;p31">
              <a:extLst>
                <a:ext uri="{FF2B5EF4-FFF2-40B4-BE49-F238E27FC236}">
                  <a16:creationId xmlns:a16="http://schemas.microsoft.com/office/drawing/2014/main" id="{33A85936-7D67-CD32-6E4C-3E36E45A8D08}"/>
                </a:ext>
              </a:extLst>
            </p:cNvPr>
            <p:cNvSpPr/>
            <p:nvPr/>
          </p:nvSpPr>
          <p:spPr>
            <a:xfrm>
              <a:off x="395919" y="2375138"/>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 name="Google Shape;262;p31">
              <a:extLst>
                <a:ext uri="{FF2B5EF4-FFF2-40B4-BE49-F238E27FC236}">
                  <a16:creationId xmlns:a16="http://schemas.microsoft.com/office/drawing/2014/main" id="{C728E53B-ED59-7B15-BB94-43AEAAD726DF}"/>
                </a:ext>
              </a:extLst>
            </p:cNvPr>
            <p:cNvSpPr/>
            <p:nvPr/>
          </p:nvSpPr>
          <p:spPr>
            <a:xfrm>
              <a:off x="434858" y="2684063"/>
              <a:ext cx="3276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 name="Google Shape;263;p31">
              <a:extLst>
                <a:ext uri="{FF2B5EF4-FFF2-40B4-BE49-F238E27FC236}">
                  <a16:creationId xmlns:a16="http://schemas.microsoft.com/office/drawing/2014/main" id="{E815EE6F-F9DB-70A1-6F23-58791516FC18}"/>
                </a:ext>
              </a:extLst>
            </p:cNvPr>
            <p:cNvSpPr/>
            <p:nvPr/>
          </p:nvSpPr>
          <p:spPr>
            <a:xfrm>
              <a:off x="434858" y="3009950"/>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 name="Google Shape;264;p31">
              <a:extLst>
                <a:ext uri="{FF2B5EF4-FFF2-40B4-BE49-F238E27FC236}">
                  <a16:creationId xmlns:a16="http://schemas.microsoft.com/office/drawing/2014/main" id="{F3625045-C6E0-9480-F4C7-AEDE474E546C}"/>
                </a:ext>
              </a:extLst>
            </p:cNvPr>
            <p:cNvSpPr/>
            <p:nvPr/>
          </p:nvSpPr>
          <p:spPr>
            <a:xfrm>
              <a:off x="434858" y="3335838"/>
              <a:ext cx="3276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 name="Google Shape;265;p31">
              <a:extLst>
                <a:ext uri="{FF2B5EF4-FFF2-40B4-BE49-F238E27FC236}">
                  <a16:creationId xmlns:a16="http://schemas.microsoft.com/office/drawing/2014/main" id="{95602477-F087-7F14-0BE9-4C2DB8403F66}"/>
                </a:ext>
              </a:extLst>
            </p:cNvPr>
            <p:cNvSpPr/>
            <p:nvPr/>
          </p:nvSpPr>
          <p:spPr>
            <a:xfrm>
              <a:off x="838550" y="2032296"/>
              <a:ext cx="465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 name="Google Shape;266;p31">
              <a:extLst>
                <a:ext uri="{FF2B5EF4-FFF2-40B4-BE49-F238E27FC236}">
                  <a16:creationId xmlns:a16="http://schemas.microsoft.com/office/drawing/2014/main" id="{33769A5A-FEF4-1046-1769-AB9BB127CA88}"/>
                </a:ext>
              </a:extLst>
            </p:cNvPr>
            <p:cNvSpPr/>
            <p:nvPr/>
          </p:nvSpPr>
          <p:spPr>
            <a:xfrm>
              <a:off x="838550" y="2375145"/>
              <a:ext cx="6507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 name="Google Shape;267;p31">
              <a:extLst>
                <a:ext uri="{FF2B5EF4-FFF2-40B4-BE49-F238E27FC236}">
                  <a16:creationId xmlns:a16="http://schemas.microsoft.com/office/drawing/2014/main" id="{EC093289-A70E-2615-93BD-06F0FA16BA6C}"/>
                </a:ext>
              </a:extLst>
            </p:cNvPr>
            <p:cNvSpPr/>
            <p:nvPr/>
          </p:nvSpPr>
          <p:spPr>
            <a:xfrm>
              <a:off x="861466" y="2684069"/>
              <a:ext cx="7572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 name="Google Shape;268;p31">
              <a:extLst>
                <a:ext uri="{FF2B5EF4-FFF2-40B4-BE49-F238E27FC236}">
                  <a16:creationId xmlns:a16="http://schemas.microsoft.com/office/drawing/2014/main" id="{51DFE6C9-E652-7366-2DFF-3BAB905AACDB}"/>
                </a:ext>
              </a:extLst>
            </p:cNvPr>
            <p:cNvSpPr/>
            <p:nvPr/>
          </p:nvSpPr>
          <p:spPr>
            <a:xfrm>
              <a:off x="861466" y="3028567"/>
              <a:ext cx="7572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 name="Google Shape;269;p31">
              <a:extLst>
                <a:ext uri="{FF2B5EF4-FFF2-40B4-BE49-F238E27FC236}">
                  <a16:creationId xmlns:a16="http://schemas.microsoft.com/office/drawing/2014/main" id="{F8A2FA5D-37F8-D4A9-34CF-C4523F684430}"/>
                </a:ext>
              </a:extLst>
            </p:cNvPr>
            <p:cNvSpPr/>
            <p:nvPr/>
          </p:nvSpPr>
          <p:spPr>
            <a:xfrm>
              <a:off x="861466" y="3335841"/>
              <a:ext cx="7572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 name="Google Shape;270;p31">
              <a:extLst>
                <a:ext uri="{FF2B5EF4-FFF2-40B4-BE49-F238E27FC236}">
                  <a16:creationId xmlns:a16="http://schemas.microsoft.com/office/drawing/2014/main" id="{7031F961-4150-EF91-8ECF-0D00B5891109}"/>
                </a:ext>
              </a:extLst>
            </p:cNvPr>
            <p:cNvSpPr/>
            <p:nvPr/>
          </p:nvSpPr>
          <p:spPr>
            <a:xfrm>
              <a:off x="1360349" y="2032296"/>
              <a:ext cx="4242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 name="Google Shape;271;p31">
              <a:extLst>
                <a:ext uri="{FF2B5EF4-FFF2-40B4-BE49-F238E27FC236}">
                  <a16:creationId xmlns:a16="http://schemas.microsoft.com/office/drawing/2014/main" id="{EC8A0047-E0A2-4E3F-92E5-4CC4E26E4C30}"/>
                </a:ext>
              </a:extLst>
            </p:cNvPr>
            <p:cNvSpPr/>
            <p:nvPr/>
          </p:nvSpPr>
          <p:spPr>
            <a:xfrm>
              <a:off x="1573836" y="2358182"/>
              <a:ext cx="4242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 name="Google Shape;272;p31">
              <a:extLst>
                <a:ext uri="{FF2B5EF4-FFF2-40B4-BE49-F238E27FC236}">
                  <a16:creationId xmlns:a16="http://schemas.microsoft.com/office/drawing/2014/main" id="{033541B9-16B3-4D38-D686-3D744E0FCBA7}"/>
                </a:ext>
              </a:extLst>
            </p:cNvPr>
            <p:cNvSpPr/>
            <p:nvPr/>
          </p:nvSpPr>
          <p:spPr>
            <a:xfrm>
              <a:off x="1697856" y="2684094"/>
              <a:ext cx="2607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 name="Google Shape;273;p31">
              <a:extLst>
                <a:ext uri="{FF2B5EF4-FFF2-40B4-BE49-F238E27FC236}">
                  <a16:creationId xmlns:a16="http://schemas.microsoft.com/office/drawing/2014/main" id="{9FD37FF3-3F32-9592-52A2-5E45E6C1BA93}"/>
                </a:ext>
              </a:extLst>
            </p:cNvPr>
            <p:cNvSpPr/>
            <p:nvPr/>
          </p:nvSpPr>
          <p:spPr>
            <a:xfrm>
              <a:off x="1697856" y="3335891"/>
              <a:ext cx="2607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 name="Google Shape;274;p31">
              <a:extLst>
                <a:ext uri="{FF2B5EF4-FFF2-40B4-BE49-F238E27FC236}">
                  <a16:creationId xmlns:a16="http://schemas.microsoft.com/office/drawing/2014/main" id="{8CE7827E-982A-3346-C18A-4F68A0A2C43E}"/>
                </a:ext>
              </a:extLst>
            </p:cNvPr>
            <p:cNvSpPr/>
            <p:nvPr/>
          </p:nvSpPr>
          <p:spPr>
            <a:xfrm>
              <a:off x="13726" y="4013038"/>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 name="Google Shape;275;p31">
              <a:extLst>
                <a:ext uri="{FF2B5EF4-FFF2-40B4-BE49-F238E27FC236}">
                  <a16:creationId xmlns:a16="http://schemas.microsoft.com/office/drawing/2014/main" id="{C1E55FF4-0C57-456D-5FEE-4D3D0DB8CC8E}"/>
                </a:ext>
              </a:extLst>
            </p:cNvPr>
            <p:cNvSpPr/>
            <p:nvPr/>
          </p:nvSpPr>
          <p:spPr>
            <a:xfrm>
              <a:off x="395919" y="4296538"/>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 name="Google Shape;276;p31">
              <a:extLst>
                <a:ext uri="{FF2B5EF4-FFF2-40B4-BE49-F238E27FC236}">
                  <a16:creationId xmlns:a16="http://schemas.microsoft.com/office/drawing/2014/main" id="{DF33044C-689A-3B73-253B-F3C51C0EFFE9}"/>
                </a:ext>
              </a:extLst>
            </p:cNvPr>
            <p:cNvSpPr/>
            <p:nvPr/>
          </p:nvSpPr>
          <p:spPr>
            <a:xfrm>
              <a:off x="875884" y="4296538"/>
              <a:ext cx="3855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 name="Google Shape;277;p31">
              <a:extLst>
                <a:ext uri="{FF2B5EF4-FFF2-40B4-BE49-F238E27FC236}">
                  <a16:creationId xmlns:a16="http://schemas.microsoft.com/office/drawing/2014/main" id="{B34FF529-7ABD-E574-49F7-B9FEF47BC819}"/>
                </a:ext>
              </a:extLst>
            </p:cNvPr>
            <p:cNvSpPr/>
            <p:nvPr/>
          </p:nvSpPr>
          <p:spPr>
            <a:xfrm>
              <a:off x="1360349" y="4296538"/>
              <a:ext cx="4869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 name="Google Shape;278;p31">
              <a:extLst>
                <a:ext uri="{FF2B5EF4-FFF2-40B4-BE49-F238E27FC236}">
                  <a16:creationId xmlns:a16="http://schemas.microsoft.com/office/drawing/2014/main" id="{F47968F8-BC4B-A72B-68DD-589A303868A0}"/>
                </a:ext>
              </a:extLst>
            </p:cNvPr>
            <p:cNvSpPr/>
            <p:nvPr/>
          </p:nvSpPr>
          <p:spPr>
            <a:xfrm>
              <a:off x="1912083" y="4296538"/>
              <a:ext cx="1776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 name="Google Shape;279;p31">
              <a:extLst>
                <a:ext uri="{FF2B5EF4-FFF2-40B4-BE49-F238E27FC236}">
                  <a16:creationId xmlns:a16="http://schemas.microsoft.com/office/drawing/2014/main" id="{5081B195-EC67-66AA-AEA2-38A82079C2BD}"/>
                </a:ext>
              </a:extLst>
            </p:cNvPr>
            <p:cNvSpPr/>
            <p:nvPr/>
          </p:nvSpPr>
          <p:spPr>
            <a:xfrm>
              <a:off x="395919" y="4505063"/>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 name="Google Shape;280;p31">
              <a:extLst>
                <a:ext uri="{FF2B5EF4-FFF2-40B4-BE49-F238E27FC236}">
                  <a16:creationId xmlns:a16="http://schemas.microsoft.com/office/drawing/2014/main" id="{506CAE01-F6F4-40BC-48B3-1EDBA84743CC}"/>
                </a:ext>
              </a:extLst>
            </p:cNvPr>
            <p:cNvSpPr/>
            <p:nvPr/>
          </p:nvSpPr>
          <p:spPr>
            <a:xfrm>
              <a:off x="875884" y="4505063"/>
              <a:ext cx="6135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 name="Google Shape;281;p31">
              <a:extLst>
                <a:ext uri="{FF2B5EF4-FFF2-40B4-BE49-F238E27FC236}">
                  <a16:creationId xmlns:a16="http://schemas.microsoft.com/office/drawing/2014/main" id="{AF1A2A89-BFEB-D921-C63E-EAC295F86BDE}"/>
                </a:ext>
              </a:extLst>
            </p:cNvPr>
            <p:cNvSpPr/>
            <p:nvPr/>
          </p:nvSpPr>
          <p:spPr>
            <a:xfrm>
              <a:off x="1570204" y="4505063"/>
              <a:ext cx="2607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 name="Google Shape;282;p31">
              <a:extLst>
                <a:ext uri="{FF2B5EF4-FFF2-40B4-BE49-F238E27FC236}">
                  <a16:creationId xmlns:a16="http://schemas.microsoft.com/office/drawing/2014/main" id="{5F5B8C5A-3CE9-695F-38E2-AA97F44ACF69}"/>
                </a:ext>
              </a:extLst>
            </p:cNvPr>
            <p:cNvSpPr/>
            <p:nvPr/>
          </p:nvSpPr>
          <p:spPr>
            <a:xfrm>
              <a:off x="894657" y="759375"/>
              <a:ext cx="4656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 name="Google Shape;283;p31">
              <a:extLst>
                <a:ext uri="{FF2B5EF4-FFF2-40B4-BE49-F238E27FC236}">
                  <a16:creationId xmlns:a16="http://schemas.microsoft.com/office/drawing/2014/main" id="{635C410E-CF95-89A4-536A-129EEF971670}"/>
                </a:ext>
              </a:extLst>
            </p:cNvPr>
            <p:cNvSpPr/>
            <p:nvPr/>
          </p:nvSpPr>
          <p:spPr>
            <a:xfrm>
              <a:off x="486348" y="106828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 name="Google Shape;284;p31">
              <a:extLst>
                <a:ext uri="{FF2B5EF4-FFF2-40B4-BE49-F238E27FC236}">
                  <a16:creationId xmlns:a16="http://schemas.microsoft.com/office/drawing/2014/main" id="{F4D09348-33C2-0878-2CC6-C38585C9ADB8}"/>
                </a:ext>
              </a:extLst>
            </p:cNvPr>
            <p:cNvSpPr/>
            <p:nvPr/>
          </p:nvSpPr>
          <p:spPr>
            <a:xfrm>
              <a:off x="1169818" y="1064149"/>
              <a:ext cx="4656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 name="Google Shape;285;p31">
              <a:extLst>
                <a:ext uri="{FF2B5EF4-FFF2-40B4-BE49-F238E27FC236}">
                  <a16:creationId xmlns:a16="http://schemas.microsoft.com/office/drawing/2014/main" id="{8F55E2AE-0653-428E-A547-F6C05433D650}"/>
                </a:ext>
              </a:extLst>
            </p:cNvPr>
            <p:cNvSpPr/>
            <p:nvPr/>
          </p:nvSpPr>
          <p:spPr>
            <a:xfrm>
              <a:off x="486342" y="1395013"/>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 name="Google Shape;286;p31">
              <a:extLst>
                <a:ext uri="{FF2B5EF4-FFF2-40B4-BE49-F238E27FC236}">
                  <a16:creationId xmlns:a16="http://schemas.microsoft.com/office/drawing/2014/main" id="{BEAB58D7-682C-0A63-D826-4F9D3074D6AE}"/>
                </a:ext>
              </a:extLst>
            </p:cNvPr>
            <p:cNvSpPr/>
            <p:nvPr/>
          </p:nvSpPr>
          <p:spPr>
            <a:xfrm>
              <a:off x="1254423" y="1719659"/>
              <a:ext cx="2964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 name="Google Shape;287;p31">
              <a:extLst>
                <a:ext uri="{FF2B5EF4-FFF2-40B4-BE49-F238E27FC236}">
                  <a16:creationId xmlns:a16="http://schemas.microsoft.com/office/drawing/2014/main" id="{9CB3B781-09F1-C60E-EAAC-3B36425AD5C5}"/>
                </a:ext>
              </a:extLst>
            </p:cNvPr>
            <p:cNvSpPr/>
            <p:nvPr/>
          </p:nvSpPr>
          <p:spPr>
            <a:xfrm>
              <a:off x="1697859" y="3028567"/>
              <a:ext cx="2964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 name="Google Shape;288;p31">
              <a:extLst>
                <a:ext uri="{FF2B5EF4-FFF2-40B4-BE49-F238E27FC236}">
                  <a16:creationId xmlns:a16="http://schemas.microsoft.com/office/drawing/2014/main" id="{4A9FA750-DE42-6041-E161-B0F41727DD4F}"/>
                </a:ext>
              </a:extLst>
            </p:cNvPr>
            <p:cNvSpPr/>
            <p:nvPr/>
          </p:nvSpPr>
          <p:spPr>
            <a:xfrm>
              <a:off x="1840717" y="2032296"/>
              <a:ext cx="240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289;p31">
              <a:extLst>
                <a:ext uri="{FF2B5EF4-FFF2-40B4-BE49-F238E27FC236}">
                  <a16:creationId xmlns:a16="http://schemas.microsoft.com/office/drawing/2014/main" id="{9BF22674-012F-9038-07D2-60212F9B80BB}"/>
                </a:ext>
              </a:extLst>
            </p:cNvPr>
            <p:cNvSpPr/>
            <p:nvPr/>
          </p:nvSpPr>
          <p:spPr>
            <a:xfrm>
              <a:off x="2037810" y="2684069"/>
              <a:ext cx="240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 name="Google Shape;290;p31">
              <a:extLst>
                <a:ext uri="{FF2B5EF4-FFF2-40B4-BE49-F238E27FC236}">
                  <a16:creationId xmlns:a16="http://schemas.microsoft.com/office/drawing/2014/main" id="{B4DC31D0-D675-B1A1-9EB9-DD403FAE309A}"/>
                </a:ext>
              </a:extLst>
            </p:cNvPr>
            <p:cNvSpPr/>
            <p:nvPr/>
          </p:nvSpPr>
          <p:spPr>
            <a:xfrm>
              <a:off x="1912311" y="4507125"/>
              <a:ext cx="4656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 name="Google Shape;291;p31">
              <a:extLst>
                <a:ext uri="{FF2B5EF4-FFF2-40B4-BE49-F238E27FC236}">
                  <a16:creationId xmlns:a16="http://schemas.microsoft.com/office/drawing/2014/main" id="{DD51DCCC-CDF2-5647-E948-A9A9B11741B0}"/>
                </a:ext>
              </a:extLst>
            </p:cNvPr>
            <p:cNvSpPr/>
            <p:nvPr/>
          </p:nvSpPr>
          <p:spPr>
            <a:xfrm>
              <a:off x="434873" y="3987600"/>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 name="Google Shape;292;p31">
              <a:extLst>
                <a:ext uri="{FF2B5EF4-FFF2-40B4-BE49-F238E27FC236}">
                  <a16:creationId xmlns:a16="http://schemas.microsoft.com/office/drawing/2014/main" id="{2FE39EF3-A12E-8979-4C24-3319FC435497}"/>
                </a:ext>
              </a:extLst>
            </p:cNvPr>
            <p:cNvSpPr/>
            <p:nvPr/>
          </p:nvSpPr>
          <p:spPr>
            <a:xfrm>
              <a:off x="434873" y="3757500"/>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 name="Google Shape;238;p31">
            <a:extLst>
              <a:ext uri="{FF2B5EF4-FFF2-40B4-BE49-F238E27FC236}">
                <a16:creationId xmlns:a16="http://schemas.microsoft.com/office/drawing/2014/main" id="{78D76053-31E4-5906-8C41-AE8EDC9836EB}"/>
              </a:ext>
            </a:extLst>
          </p:cNvPr>
          <p:cNvSpPr txBox="1">
            <a:spLocks/>
          </p:cNvSpPr>
          <p:nvPr/>
        </p:nvSpPr>
        <p:spPr>
          <a:xfrm>
            <a:off x="1972927" y="-35673"/>
            <a:ext cx="5374081" cy="8070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Source Code Pro"/>
              <a:buNone/>
              <a:defRPr sz="4000" b="0" i="0" u="none" strike="noStrike" cap="none">
                <a:solidFill>
                  <a:schemeClr val="dk1"/>
                </a:solidFill>
                <a:latin typeface="Source Code Pro"/>
                <a:ea typeface="Source Code Pro"/>
                <a:cs typeface="Source Code Pro"/>
                <a:sym typeface="Source Code Pro"/>
              </a:defRPr>
            </a:lvl1pPr>
            <a:lvl2pPr marR="0" lvl="1" algn="ctr" rtl="0">
              <a:lnSpc>
                <a:spcPct val="100000"/>
              </a:lnSpc>
              <a:spcBef>
                <a:spcPts val="0"/>
              </a:spcBef>
              <a:spcAft>
                <a:spcPts val="0"/>
              </a:spcAft>
              <a:buClr>
                <a:srgbClr val="191919"/>
              </a:buClr>
              <a:buSzPts val="5200"/>
              <a:buFont typeface="Source Code Pro"/>
              <a:buNone/>
              <a:defRPr sz="5200" b="0" i="0" u="none" strike="noStrike" cap="none">
                <a:solidFill>
                  <a:srgbClr val="191919"/>
                </a:solidFill>
                <a:latin typeface="Source Code Pro"/>
                <a:ea typeface="Source Code Pro"/>
                <a:cs typeface="Source Code Pro"/>
                <a:sym typeface="Source Code Pro"/>
              </a:defRPr>
            </a:lvl2pPr>
            <a:lvl3pPr marR="0" lvl="2" algn="ctr" rtl="0">
              <a:lnSpc>
                <a:spcPct val="100000"/>
              </a:lnSpc>
              <a:spcBef>
                <a:spcPts val="0"/>
              </a:spcBef>
              <a:spcAft>
                <a:spcPts val="0"/>
              </a:spcAft>
              <a:buClr>
                <a:srgbClr val="191919"/>
              </a:buClr>
              <a:buSzPts val="5200"/>
              <a:buFont typeface="Source Code Pro"/>
              <a:buNone/>
              <a:defRPr sz="5200" b="0" i="0" u="none" strike="noStrike" cap="none">
                <a:solidFill>
                  <a:srgbClr val="191919"/>
                </a:solidFill>
                <a:latin typeface="Source Code Pro"/>
                <a:ea typeface="Source Code Pro"/>
                <a:cs typeface="Source Code Pro"/>
                <a:sym typeface="Source Code Pro"/>
              </a:defRPr>
            </a:lvl3pPr>
            <a:lvl4pPr marR="0" lvl="3" algn="ctr" rtl="0">
              <a:lnSpc>
                <a:spcPct val="100000"/>
              </a:lnSpc>
              <a:spcBef>
                <a:spcPts val="0"/>
              </a:spcBef>
              <a:spcAft>
                <a:spcPts val="0"/>
              </a:spcAft>
              <a:buClr>
                <a:srgbClr val="191919"/>
              </a:buClr>
              <a:buSzPts val="5200"/>
              <a:buFont typeface="Source Code Pro"/>
              <a:buNone/>
              <a:defRPr sz="5200" b="0" i="0" u="none" strike="noStrike" cap="none">
                <a:solidFill>
                  <a:srgbClr val="191919"/>
                </a:solidFill>
                <a:latin typeface="Source Code Pro"/>
                <a:ea typeface="Source Code Pro"/>
                <a:cs typeface="Source Code Pro"/>
                <a:sym typeface="Source Code Pro"/>
              </a:defRPr>
            </a:lvl4pPr>
            <a:lvl5pPr marR="0" lvl="4" algn="ctr" rtl="0">
              <a:lnSpc>
                <a:spcPct val="100000"/>
              </a:lnSpc>
              <a:spcBef>
                <a:spcPts val="0"/>
              </a:spcBef>
              <a:spcAft>
                <a:spcPts val="0"/>
              </a:spcAft>
              <a:buClr>
                <a:srgbClr val="191919"/>
              </a:buClr>
              <a:buSzPts val="5200"/>
              <a:buFont typeface="Source Code Pro"/>
              <a:buNone/>
              <a:defRPr sz="5200" b="0" i="0" u="none" strike="noStrike" cap="none">
                <a:solidFill>
                  <a:srgbClr val="191919"/>
                </a:solidFill>
                <a:latin typeface="Source Code Pro"/>
                <a:ea typeface="Source Code Pro"/>
                <a:cs typeface="Source Code Pro"/>
                <a:sym typeface="Source Code Pro"/>
              </a:defRPr>
            </a:lvl5pPr>
            <a:lvl6pPr marR="0" lvl="5" algn="ctr" rtl="0">
              <a:lnSpc>
                <a:spcPct val="100000"/>
              </a:lnSpc>
              <a:spcBef>
                <a:spcPts val="0"/>
              </a:spcBef>
              <a:spcAft>
                <a:spcPts val="0"/>
              </a:spcAft>
              <a:buClr>
                <a:srgbClr val="191919"/>
              </a:buClr>
              <a:buSzPts val="5200"/>
              <a:buFont typeface="Source Code Pro"/>
              <a:buNone/>
              <a:defRPr sz="5200" b="0" i="0" u="none" strike="noStrike" cap="none">
                <a:solidFill>
                  <a:srgbClr val="191919"/>
                </a:solidFill>
                <a:latin typeface="Source Code Pro"/>
                <a:ea typeface="Source Code Pro"/>
                <a:cs typeface="Source Code Pro"/>
                <a:sym typeface="Source Code Pro"/>
              </a:defRPr>
            </a:lvl6pPr>
            <a:lvl7pPr marR="0" lvl="6" algn="ctr" rtl="0">
              <a:lnSpc>
                <a:spcPct val="100000"/>
              </a:lnSpc>
              <a:spcBef>
                <a:spcPts val="0"/>
              </a:spcBef>
              <a:spcAft>
                <a:spcPts val="0"/>
              </a:spcAft>
              <a:buClr>
                <a:srgbClr val="191919"/>
              </a:buClr>
              <a:buSzPts val="5200"/>
              <a:buFont typeface="Source Code Pro"/>
              <a:buNone/>
              <a:defRPr sz="5200" b="0" i="0" u="none" strike="noStrike" cap="none">
                <a:solidFill>
                  <a:srgbClr val="191919"/>
                </a:solidFill>
                <a:latin typeface="Source Code Pro"/>
                <a:ea typeface="Source Code Pro"/>
                <a:cs typeface="Source Code Pro"/>
                <a:sym typeface="Source Code Pro"/>
              </a:defRPr>
            </a:lvl7pPr>
            <a:lvl8pPr marR="0" lvl="7" algn="ctr" rtl="0">
              <a:lnSpc>
                <a:spcPct val="100000"/>
              </a:lnSpc>
              <a:spcBef>
                <a:spcPts val="0"/>
              </a:spcBef>
              <a:spcAft>
                <a:spcPts val="0"/>
              </a:spcAft>
              <a:buClr>
                <a:srgbClr val="191919"/>
              </a:buClr>
              <a:buSzPts val="5200"/>
              <a:buFont typeface="Source Code Pro"/>
              <a:buNone/>
              <a:defRPr sz="5200" b="0" i="0" u="none" strike="noStrike" cap="none">
                <a:solidFill>
                  <a:srgbClr val="191919"/>
                </a:solidFill>
                <a:latin typeface="Source Code Pro"/>
                <a:ea typeface="Source Code Pro"/>
                <a:cs typeface="Source Code Pro"/>
                <a:sym typeface="Source Code Pro"/>
              </a:defRPr>
            </a:lvl8pPr>
            <a:lvl9pPr marR="0" lvl="8" algn="ctr" rtl="0">
              <a:lnSpc>
                <a:spcPct val="100000"/>
              </a:lnSpc>
              <a:spcBef>
                <a:spcPts val="0"/>
              </a:spcBef>
              <a:spcAft>
                <a:spcPts val="0"/>
              </a:spcAft>
              <a:buClr>
                <a:srgbClr val="191919"/>
              </a:buClr>
              <a:buSzPts val="5200"/>
              <a:buFont typeface="Source Code Pro"/>
              <a:buNone/>
              <a:defRPr sz="5200" b="0" i="0" u="none" strike="noStrike" cap="none">
                <a:solidFill>
                  <a:srgbClr val="191919"/>
                </a:solidFill>
                <a:latin typeface="Source Code Pro"/>
                <a:ea typeface="Source Code Pro"/>
                <a:cs typeface="Source Code Pro"/>
                <a:sym typeface="Source Code Pro"/>
              </a:defRPr>
            </a:lvl9pPr>
          </a:lstStyle>
          <a:p>
            <a:pPr algn="ctr"/>
            <a:r>
              <a:rPr lang="es-MX" sz="3200" dirty="0">
                <a:solidFill>
                  <a:schemeClr val="accent4"/>
                </a:solidFill>
              </a:rPr>
              <a:t>Estructuras de Datos</a:t>
            </a:r>
          </a:p>
        </p:txBody>
      </p:sp>
      <p:pic>
        <p:nvPicPr>
          <p:cNvPr id="4" name="Imagen 3">
            <a:extLst>
              <a:ext uri="{FF2B5EF4-FFF2-40B4-BE49-F238E27FC236}">
                <a16:creationId xmlns:a16="http://schemas.microsoft.com/office/drawing/2014/main" id="{28CA6FE8-F6C8-092B-527C-7E45F03A7974}"/>
              </a:ext>
            </a:extLst>
          </p:cNvPr>
          <p:cNvPicPr>
            <a:picLocks noChangeAspect="1"/>
          </p:cNvPicPr>
          <p:nvPr/>
        </p:nvPicPr>
        <p:blipFill>
          <a:blip r:embed="rId2"/>
          <a:stretch>
            <a:fillRect/>
          </a:stretch>
        </p:blipFill>
        <p:spPr>
          <a:xfrm>
            <a:off x="7458214" y="3889012"/>
            <a:ext cx="812698" cy="812698"/>
          </a:xfrm>
          <a:prstGeom prst="rect">
            <a:avLst/>
          </a:prstGeom>
        </p:spPr>
      </p:pic>
    </p:spTree>
    <p:extLst>
      <p:ext uri="{BB962C8B-B14F-4D97-AF65-F5344CB8AC3E}">
        <p14:creationId xmlns:p14="http://schemas.microsoft.com/office/powerpoint/2010/main" val="4059359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37"/>
          <p:cNvSpPr txBox="1">
            <a:spLocks noGrp="1"/>
          </p:cNvSpPr>
          <p:nvPr>
            <p:ph type="title"/>
          </p:nvPr>
        </p:nvSpPr>
        <p:spPr>
          <a:xfrm>
            <a:off x="676867" y="79988"/>
            <a:ext cx="7710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¿Que son las </a:t>
            </a:r>
            <a:r>
              <a:rPr lang="en" dirty="0">
                <a:solidFill>
                  <a:schemeClr val="accent4"/>
                </a:solidFill>
              </a:rPr>
              <a:t>Estructuras </a:t>
            </a:r>
            <a:r>
              <a:rPr lang="en" dirty="0">
                <a:solidFill>
                  <a:schemeClr val="tx1"/>
                </a:solidFill>
              </a:rPr>
              <a:t>de</a:t>
            </a:r>
            <a:r>
              <a:rPr lang="en" dirty="0">
                <a:solidFill>
                  <a:schemeClr val="accent4"/>
                </a:solidFill>
              </a:rPr>
              <a:t> Datos</a:t>
            </a:r>
            <a:r>
              <a:rPr lang="en" dirty="0">
                <a:solidFill>
                  <a:schemeClr val="tx1"/>
                </a:solidFill>
              </a:rPr>
              <a:t>?</a:t>
            </a:r>
            <a:endParaRPr dirty="0">
              <a:solidFill>
                <a:schemeClr val="accent4"/>
              </a:solidFill>
            </a:endParaRPr>
          </a:p>
        </p:txBody>
      </p:sp>
      <p:sp>
        <p:nvSpPr>
          <p:cNvPr id="455" name="Google Shape;455;p37"/>
          <p:cNvSpPr txBox="1">
            <a:spLocks noGrp="1"/>
          </p:cNvSpPr>
          <p:nvPr>
            <p:ph type="subTitle" idx="1"/>
          </p:nvPr>
        </p:nvSpPr>
        <p:spPr>
          <a:xfrm>
            <a:off x="1415491" y="1813487"/>
            <a:ext cx="6313017" cy="2904897"/>
          </a:xfrm>
          <a:prstGeom prst="rect">
            <a:avLst/>
          </a:prstGeom>
        </p:spPr>
        <p:txBody>
          <a:bodyPr spcFirstLastPara="1" wrap="square" lIns="91425" tIns="91425" rIns="91425" bIns="91425" anchor="t" anchorCtr="0">
            <a:noAutofit/>
          </a:bodyPr>
          <a:lstStyle/>
          <a:p>
            <a:pPr marL="0" indent="0">
              <a:buSzPts val="1100"/>
              <a:buNone/>
            </a:pPr>
            <a:r>
              <a:rPr lang="es-MX" sz="2000" dirty="0"/>
              <a:t>Las estructuras de datos son una forma de organizar la información de manera que pueda ser accedida y manipulada de manera eficiente. </a:t>
            </a:r>
          </a:p>
          <a:p>
            <a:pPr marL="0" indent="0">
              <a:buSzPts val="1100"/>
              <a:buNone/>
            </a:pPr>
            <a:endParaRPr lang="es-MX" dirty="0"/>
          </a:p>
          <a:p>
            <a:pPr marL="0" lvl="0" indent="0" algn="l" rtl="0">
              <a:spcBef>
                <a:spcPts val="0"/>
              </a:spcBef>
              <a:spcAft>
                <a:spcPts val="0"/>
              </a:spcAft>
              <a:buClr>
                <a:schemeClr val="dk1"/>
              </a:buClr>
              <a:buSzPts val="1100"/>
              <a:buFont typeface="Arial"/>
              <a:buNone/>
            </a:pPr>
            <a:endParaRPr dirty="0"/>
          </a:p>
        </p:txBody>
      </p:sp>
      <p:sp>
        <p:nvSpPr>
          <p:cNvPr id="492" name="Google Shape;492;p37"/>
          <p:cNvSpPr txBox="1"/>
          <p:nvPr/>
        </p:nvSpPr>
        <p:spPr>
          <a:xfrm>
            <a:off x="8277725" y="1337250"/>
            <a:ext cx="519300" cy="79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600">
                <a:solidFill>
                  <a:schemeClr val="accent1"/>
                </a:solidFill>
                <a:latin typeface="Comfortaa"/>
                <a:ea typeface="Comfortaa"/>
                <a:cs typeface="Comfortaa"/>
                <a:sym typeface="Comfortaa"/>
              </a:rPr>
              <a:t>*</a:t>
            </a:r>
            <a:endParaRPr sz="9600" dirty="0">
              <a:solidFill>
                <a:schemeClr val="accent1"/>
              </a:solidFill>
              <a:latin typeface="Comfortaa"/>
              <a:ea typeface="Comfortaa"/>
              <a:cs typeface="Comfortaa"/>
              <a:sym typeface="Comfortaa"/>
            </a:endParaRPr>
          </a:p>
        </p:txBody>
      </p:sp>
      <p:pic>
        <p:nvPicPr>
          <p:cNvPr id="2" name="Imagen 1">
            <a:extLst>
              <a:ext uri="{FF2B5EF4-FFF2-40B4-BE49-F238E27FC236}">
                <a16:creationId xmlns:a16="http://schemas.microsoft.com/office/drawing/2014/main" id="{0CF71D7F-239C-92A5-AF89-095E38EF4471}"/>
              </a:ext>
            </a:extLst>
          </p:cNvPr>
          <p:cNvPicPr>
            <a:picLocks noChangeAspect="1"/>
          </p:cNvPicPr>
          <p:nvPr/>
        </p:nvPicPr>
        <p:blipFill>
          <a:blip r:embed="rId3"/>
          <a:stretch>
            <a:fillRect/>
          </a:stretch>
        </p:blipFill>
        <p:spPr>
          <a:xfrm>
            <a:off x="8255450" y="4196476"/>
            <a:ext cx="812698" cy="81269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37"/>
          <p:cNvSpPr txBox="1">
            <a:spLocks noGrp="1"/>
          </p:cNvSpPr>
          <p:nvPr>
            <p:ph type="title"/>
          </p:nvPr>
        </p:nvSpPr>
        <p:spPr>
          <a:xfrm>
            <a:off x="-253325" y="768497"/>
            <a:ext cx="3089053" cy="36296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accent4"/>
                </a:solidFill>
              </a:rPr>
              <a:t>&lt;/&gt; Estructuras de Datos</a:t>
            </a:r>
            <a:endParaRPr sz="1200" dirty="0">
              <a:solidFill>
                <a:schemeClr val="accent4"/>
              </a:solidFill>
            </a:endParaRPr>
          </a:p>
        </p:txBody>
      </p:sp>
      <p:sp>
        <p:nvSpPr>
          <p:cNvPr id="455" name="Google Shape;455;p37"/>
          <p:cNvSpPr txBox="1">
            <a:spLocks noGrp="1"/>
          </p:cNvSpPr>
          <p:nvPr>
            <p:ph type="subTitle" idx="1"/>
          </p:nvPr>
        </p:nvSpPr>
        <p:spPr>
          <a:xfrm>
            <a:off x="1452363" y="1527825"/>
            <a:ext cx="6803087" cy="2227986"/>
          </a:xfrm>
          <a:prstGeom prst="rect">
            <a:avLst/>
          </a:prstGeom>
        </p:spPr>
        <p:txBody>
          <a:bodyPr spcFirstLastPara="1" wrap="square" lIns="91425" tIns="91425" rIns="91425" bIns="91425" anchor="t" anchorCtr="0">
            <a:noAutofit/>
          </a:bodyPr>
          <a:lstStyle/>
          <a:p>
            <a:pPr marL="0" indent="0">
              <a:buSzPts val="1100"/>
              <a:buNone/>
            </a:pPr>
            <a:r>
              <a:rPr lang="es-MX" sz="2000" dirty="0"/>
              <a:t>Hay muchos tipos diferentes de estructuras de datos, cada una con sus propias ventajas y desventajas. Pero en esta ocasión solo se hará énfasis en las </a:t>
            </a:r>
            <a:r>
              <a:rPr lang="es-MX" sz="2000" dirty="0">
                <a:solidFill>
                  <a:schemeClr val="accent4"/>
                </a:solidFill>
              </a:rPr>
              <a:t>Listas Simples y Dobles Enlazadas </a:t>
            </a:r>
          </a:p>
          <a:p>
            <a:pPr marL="0" lvl="0" indent="0" algn="l" rtl="0">
              <a:spcBef>
                <a:spcPts val="0"/>
              </a:spcBef>
              <a:spcAft>
                <a:spcPts val="0"/>
              </a:spcAft>
              <a:buClr>
                <a:schemeClr val="dk1"/>
              </a:buClr>
              <a:buSzPts val="1100"/>
              <a:buFont typeface="Arial"/>
              <a:buNone/>
            </a:pPr>
            <a:endParaRPr dirty="0"/>
          </a:p>
        </p:txBody>
      </p:sp>
      <p:grpSp>
        <p:nvGrpSpPr>
          <p:cNvPr id="456" name="Google Shape;456;p37"/>
          <p:cNvGrpSpPr/>
          <p:nvPr/>
        </p:nvGrpSpPr>
        <p:grpSpPr>
          <a:xfrm>
            <a:off x="63009" y="2234154"/>
            <a:ext cx="1275721" cy="2682091"/>
            <a:chOff x="719992" y="1135488"/>
            <a:chExt cx="2415354" cy="3413475"/>
          </a:xfrm>
        </p:grpSpPr>
        <p:sp>
          <p:nvSpPr>
            <p:cNvPr id="457" name="Google Shape;457;p37"/>
            <p:cNvSpPr/>
            <p:nvPr/>
          </p:nvSpPr>
          <p:spPr>
            <a:xfrm>
              <a:off x="719992" y="1144063"/>
              <a:ext cx="3549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8" name="Google Shape;458;p37"/>
            <p:cNvSpPr/>
            <p:nvPr/>
          </p:nvSpPr>
          <p:spPr>
            <a:xfrm>
              <a:off x="1206317" y="1135488"/>
              <a:ext cx="3549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9" name="Google Shape;459;p37"/>
            <p:cNvSpPr/>
            <p:nvPr/>
          </p:nvSpPr>
          <p:spPr>
            <a:xfrm>
              <a:off x="719992" y="1456288"/>
              <a:ext cx="3549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0" name="Google Shape;460;p37"/>
            <p:cNvSpPr/>
            <p:nvPr/>
          </p:nvSpPr>
          <p:spPr>
            <a:xfrm>
              <a:off x="719992" y="1783000"/>
              <a:ext cx="3549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1" name="Google Shape;461;p37"/>
            <p:cNvSpPr/>
            <p:nvPr/>
          </p:nvSpPr>
          <p:spPr>
            <a:xfrm>
              <a:off x="719992" y="2109738"/>
              <a:ext cx="3549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2" name="Google Shape;462;p37"/>
            <p:cNvSpPr/>
            <p:nvPr/>
          </p:nvSpPr>
          <p:spPr>
            <a:xfrm>
              <a:off x="1154846" y="2109738"/>
              <a:ext cx="4545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3" name="Google Shape;463;p37"/>
            <p:cNvSpPr/>
            <p:nvPr/>
          </p:nvSpPr>
          <p:spPr>
            <a:xfrm>
              <a:off x="1689227" y="2109738"/>
              <a:ext cx="3549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4" name="Google Shape;464;p37"/>
            <p:cNvSpPr/>
            <p:nvPr/>
          </p:nvSpPr>
          <p:spPr>
            <a:xfrm>
              <a:off x="719992" y="2420313"/>
              <a:ext cx="3276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5" name="Google Shape;465;p37"/>
            <p:cNvSpPr/>
            <p:nvPr/>
          </p:nvSpPr>
          <p:spPr>
            <a:xfrm>
              <a:off x="719992" y="2763163"/>
              <a:ext cx="3276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6" name="Google Shape;466;p37"/>
            <p:cNvSpPr/>
            <p:nvPr/>
          </p:nvSpPr>
          <p:spPr>
            <a:xfrm>
              <a:off x="719992" y="3072088"/>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7" name="Google Shape;467;p37"/>
            <p:cNvSpPr/>
            <p:nvPr/>
          </p:nvSpPr>
          <p:spPr>
            <a:xfrm>
              <a:off x="719992" y="3381013"/>
              <a:ext cx="3276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8" name="Google Shape;468;p37"/>
            <p:cNvSpPr/>
            <p:nvPr/>
          </p:nvSpPr>
          <p:spPr>
            <a:xfrm>
              <a:off x="733714" y="4161988"/>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9" name="Google Shape;469;p37"/>
            <p:cNvSpPr/>
            <p:nvPr/>
          </p:nvSpPr>
          <p:spPr>
            <a:xfrm>
              <a:off x="1154846" y="2420313"/>
              <a:ext cx="3276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0" name="Google Shape;470;p37"/>
            <p:cNvSpPr/>
            <p:nvPr/>
          </p:nvSpPr>
          <p:spPr>
            <a:xfrm>
              <a:off x="1115907" y="2763163"/>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1" name="Google Shape;471;p37"/>
            <p:cNvSpPr/>
            <p:nvPr/>
          </p:nvSpPr>
          <p:spPr>
            <a:xfrm>
              <a:off x="1154846" y="3072088"/>
              <a:ext cx="3276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2" name="Google Shape;472;p37"/>
            <p:cNvSpPr/>
            <p:nvPr/>
          </p:nvSpPr>
          <p:spPr>
            <a:xfrm>
              <a:off x="1154846" y="3397975"/>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3" name="Google Shape;473;p37"/>
            <p:cNvSpPr/>
            <p:nvPr/>
          </p:nvSpPr>
          <p:spPr>
            <a:xfrm>
              <a:off x="1154846" y="3723863"/>
              <a:ext cx="3276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4" name="Google Shape;474;p37"/>
            <p:cNvSpPr/>
            <p:nvPr/>
          </p:nvSpPr>
          <p:spPr>
            <a:xfrm>
              <a:off x="1558536" y="2420313"/>
              <a:ext cx="6333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5" name="Google Shape;475;p37"/>
            <p:cNvSpPr/>
            <p:nvPr/>
          </p:nvSpPr>
          <p:spPr>
            <a:xfrm>
              <a:off x="1558536" y="2763163"/>
              <a:ext cx="8847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6" name="Google Shape;476;p37"/>
            <p:cNvSpPr/>
            <p:nvPr/>
          </p:nvSpPr>
          <p:spPr>
            <a:xfrm>
              <a:off x="1589699" y="3072088"/>
              <a:ext cx="10299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7" name="Google Shape;477;p37"/>
            <p:cNvSpPr/>
            <p:nvPr/>
          </p:nvSpPr>
          <p:spPr>
            <a:xfrm>
              <a:off x="1589699" y="3416588"/>
              <a:ext cx="10299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8" name="Google Shape;478;p37"/>
            <p:cNvSpPr/>
            <p:nvPr/>
          </p:nvSpPr>
          <p:spPr>
            <a:xfrm>
              <a:off x="1589699" y="3723863"/>
              <a:ext cx="10299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9" name="Google Shape;479;p37"/>
            <p:cNvSpPr/>
            <p:nvPr/>
          </p:nvSpPr>
          <p:spPr>
            <a:xfrm>
              <a:off x="2268127" y="2420313"/>
              <a:ext cx="5769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0" name="Google Shape;480;p37"/>
            <p:cNvSpPr/>
            <p:nvPr/>
          </p:nvSpPr>
          <p:spPr>
            <a:xfrm>
              <a:off x="2558446" y="2746200"/>
              <a:ext cx="5769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1" name="Google Shape;481;p37"/>
            <p:cNvSpPr/>
            <p:nvPr/>
          </p:nvSpPr>
          <p:spPr>
            <a:xfrm>
              <a:off x="2727100" y="3072113"/>
              <a:ext cx="3549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2" name="Google Shape;482;p37"/>
            <p:cNvSpPr/>
            <p:nvPr/>
          </p:nvSpPr>
          <p:spPr>
            <a:xfrm>
              <a:off x="2727100" y="3723913"/>
              <a:ext cx="3549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3" name="Google Shape;483;p37"/>
            <p:cNvSpPr/>
            <p:nvPr/>
          </p:nvSpPr>
          <p:spPr>
            <a:xfrm>
              <a:off x="733714" y="4401063"/>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4" name="Google Shape;484;p37"/>
            <p:cNvSpPr/>
            <p:nvPr/>
          </p:nvSpPr>
          <p:spPr>
            <a:xfrm>
              <a:off x="1634836" y="114738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5" name="Google Shape;485;p37"/>
            <p:cNvSpPr/>
            <p:nvPr/>
          </p:nvSpPr>
          <p:spPr>
            <a:xfrm>
              <a:off x="1206336" y="145631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6" name="Google Shape;486;p37"/>
            <p:cNvSpPr/>
            <p:nvPr/>
          </p:nvSpPr>
          <p:spPr>
            <a:xfrm>
              <a:off x="1939636" y="145218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7" name="Google Shape;487;p37"/>
            <p:cNvSpPr/>
            <p:nvPr/>
          </p:nvSpPr>
          <p:spPr>
            <a:xfrm>
              <a:off x="1206329" y="1783038"/>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8" name="Google Shape;488;p37"/>
            <p:cNvSpPr/>
            <p:nvPr/>
          </p:nvSpPr>
          <p:spPr>
            <a:xfrm>
              <a:off x="2124079" y="2107675"/>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9" name="Google Shape;489;p37"/>
            <p:cNvSpPr/>
            <p:nvPr/>
          </p:nvSpPr>
          <p:spPr>
            <a:xfrm>
              <a:off x="2727104" y="3416588"/>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0" name="Google Shape;490;p37"/>
            <p:cNvSpPr/>
            <p:nvPr/>
          </p:nvSpPr>
          <p:spPr>
            <a:xfrm>
              <a:off x="1154861" y="4375625"/>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1" name="Google Shape;491;p37"/>
            <p:cNvSpPr/>
            <p:nvPr/>
          </p:nvSpPr>
          <p:spPr>
            <a:xfrm>
              <a:off x="1154861" y="4145525"/>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92" name="Google Shape;492;p37"/>
          <p:cNvSpPr txBox="1"/>
          <p:nvPr/>
        </p:nvSpPr>
        <p:spPr>
          <a:xfrm>
            <a:off x="8277725" y="1337250"/>
            <a:ext cx="519300" cy="79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600">
                <a:solidFill>
                  <a:schemeClr val="accent1"/>
                </a:solidFill>
                <a:latin typeface="Comfortaa"/>
                <a:ea typeface="Comfortaa"/>
                <a:cs typeface="Comfortaa"/>
                <a:sym typeface="Comfortaa"/>
              </a:rPr>
              <a:t>*</a:t>
            </a:r>
            <a:endParaRPr sz="9600" dirty="0">
              <a:solidFill>
                <a:schemeClr val="accent1"/>
              </a:solidFill>
              <a:latin typeface="Comfortaa"/>
              <a:ea typeface="Comfortaa"/>
              <a:cs typeface="Comfortaa"/>
              <a:sym typeface="Comfortaa"/>
            </a:endParaRPr>
          </a:p>
        </p:txBody>
      </p:sp>
      <p:pic>
        <p:nvPicPr>
          <p:cNvPr id="2" name="Imagen 1">
            <a:extLst>
              <a:ext uri="{FF2B5EF4-FFF2-40B4-BE49-F238E27FC236}">
                <a16:creationId xmlns:a16="http://schemas.microsoft.com/office/drawing/2014/main" id="{0CF71D7F-239C-92A5-AF89-095E38EF4471}"/>
              </a:ext>
            </a:extLst>
          </p:cNvPr>
          <p:cNvPicPr>
            <a:picLocks noChangeAspect="1"/>
          </p:cNvPicPr>
          <p:nvPr/>
        </p:nvPicPr>
        <p:blipFill>
          <a:blip r:embed="rId3"/>
          <a:stretch>
            <a:fillRect/>
          </a:stretch>
        </p:blipFill>
        <p:spPr>
          <a:xfrm>
            <a:off x="8255450" y="4196476"/>
            <a:ext cx="812698" cy="812698"/>
          </a:xfrm>
          <a:prstGeom prst="rect">
            <a:avLst/>
          </a:prstGeom>
        </p:spPr>
      </p:pic>
    </p:spTree>
    <p:extLst>
      <p:ext uri="{BB962C8B-B14F-4D97-AF65-F5344CB8AC3E}">
        <p14:creationId xmlns:p14="http://schemas.microsoft.com/office/powerpoint/2010/main" val="1934425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9" name="Google Shape;309;p33"/>
          <p:cNvSpPr txBox="1">
            <a:spLocks noGrp="1"/>
          </p:cNvSpPr>
          <p:nvPr>
            <p:ph type="subTitle" idx="3"/>
          </p:nvPr>
        </p:nvSpPr>
        <p:spPr>
          <a:xfrm>
            <a:off x="507583" y="1571487"/>
            <a:ext cx="8505125" cy="330259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sz="2000" dirty="0"/>
              <a:t>Una lista simple es una estructura de datos que permite almacenar una secuencia de elementos. Los elementos de una lista simple se almacenan en nodos, que están conectados entre sí por enlaces.</a:t>
            </a:r>
          </a:p>
          <a:p>
            <a:pPr marL="0" lvl="0" indent="0" algn="l" rtl="0">
              <a:spcBef>
                <a:spcPts val="0"/>
              </a:spcBef>
              <a:spcAft>
                <a:spcPts val="0"/>
              </a:spcAft>
              <a:buNone/>
            </a:pPr>
            <a:endParaRPr lang="es-MX" sz="2000" dirty="0"/>
          </a:p>
          <a:p>
            <a:pPr marL="0" lvl="0" indent="0" algn="l" rtl="0">
              <a:spcBef>
                <a:spcPts val="0"/>
              </a:spcBef>
              <a:spcAft>
                <a:spcPts val="0"/>
              </a:spcAft>
              <a:buNone/>
            </a:pPr>
            <a:endParaRPr lang="es-MX" sz="2000" dirty="0"/>
          </a:p>
          <a:p>
            <a:pPr marL="0" lvl="0" indent="0" algn="l" rtl="0">
              <a:spcBef>
                <a:spcPts val="0"/>
              </a:spcBef>
              <a:spcAft>
                <a:spcPts val="0"/>
              </a:spcAft>
              <a:buNone/>
            </a:pPr>
            <a:endParaRPr lang="es-MX" sz="2000" dirty="0"/>
          </a:p>
          <a:p>
            <a:pPr marL="0" lvl="0" indent="0" algn="l" rtl="0">
              <a:spcBef>
                <a:spcPts val="0"/>
              </a:spcBef>
              <a:spcAft>
                <a:spcPts val="0"/>
              </a:spcAft>
              <a:buNone/>
            </a:pPr>
            <a:endParaRPr lang="es-MX" dirty="0"/>
          </a:p>
        </p:txBody>
      </p:sp>
      <p:sp>
        <p:nvSpPr>
          <p:cNvPr id="306" name="Google Shape;306;p33"/>
          <p:cNvSpPr txBox="1">
            <a:spLocks noGrp="1"/>
          </p:cNvSpPr>
          <p:nvPr>
            <p:ph type="title"/>
          </p:nvPr>
        </p:nvSpPr>
        <p:spPr>
          <a:xfrm>
            <a:off x="713225" y="445025"/>
            <a:ext cx="7710600" cy="572700"/>
          </a:xfrm>
          <a:prstGeom prst="rect">
            <a:avLst/>
          </a:prstGeom>
        </p:spPr>
        <p:txBody>
          <a:bodyPr spcFirstLastPara="1" wrap="square" lIns="91425" tIns="91425" rIns="91425" bIns="91425" anchor="t" anchorCtr="0">
            <a:noAutofit/>
          </a:bodyPr>
          <a:lstStyle/>
          <a:p>
            <a:pPr lvl="0" algn="ctr" rtl="0">
              <a:spcBef>
                <a:spcPts val="0"/>
              </a:spcBef>
              <a:spcAft>
                <a:spcPts val="0"/>
              </a:spcAft>
            </a:pPr>
            <a:r>
              <a:rPr lang="en" dirty="0">
                <a:solidFill>
                  <a:srgbClr val="E6E6E3"/>
                </a:solidFill>
              </a:rPr>
              <a:t>&lt;/&gt;</a:t>
            </a:r>
            <a:r>
              <a:rPr lang="en" dirty="0">
                <a:solidFill>
                  <a:schemeClr val="accent4"/>
                </a:solidFill>
              </a:rPr>
              <a:t> Listas Simples Enlazadas</a:t>
            </a:r>
            <a:endParaRPr dirty="0">
              <a:solidFill>
                <a:schemeClr val="accent4"/>
              </a:solidFill>
            </a:endParaRPr>
          </a:p>
        </p:txBody>
      </p:sp>
      <p:pic>
        <p:nvPicPr>
          <p:cNvPr id="2" name="Imagen 1">
            <a:extLst>
              <a:ext uri="{FF2B5EF4-FFF2-40B4-BE49-F238E27FC236}">
                <a16:creationId xmlns:a16="http://schemas.microsoft.com/office/drawing/2014/main" id="{BE357065-5101-CEB5-6B2A-05EDE47496E0}"/>
              </a:ext>
            </a:extLst>
          </p:cNvPr>
          <p:cNvPicPr>
            <a:picLocks noChangeAspect="1"/>
          </p:cNvPicPr>
          <p:nvPr/>
        </p:nvPicPr>
        <p:blipFill>
          <a:blip r:embed="rId3"/>
          <a:stretch>
            <a:fillRect/>
          </a:stretch>
        </p:blipFill>
        <p:spPr>
          <a:xfrm>
            <a:off x="8316464" y="4222725"/>
            <a:ext cx="812698" cy="812698"/>
          </a:xfrm>
          <a:prstGeom prst="rect">
            <a:avLst/>
          </a:prstGeom>
        </p:spPr>
      </p:pic>
      <p:sp>
        <p:nvSpPr>
          <p:cNvPr id="4" name="Google Shape;309;p33">
            <a:extLst>
              <a:ext uri="{FF2B5EF4-FFF2-40B4-BE49-F238E27FC236}">
                <a16:creationId xmlns:a16="http://schemas.microsoft.com/office/drawing/2014/main" id="{65F5DC68-BD1E-83D8-18F3-09DA1C53857B}"/>
              </a:ext>
            </a:extLst>
          </p:cNvPr>
          <p:cNvSpPr txBox="1">
            <a:spLocks/>
          </p:cNvSpPr>
          <p:nvPr/>
        </p:nvSpPr>
        <p:spPr>
          <a:xfrm>
            <a:off x="922474" y="2329419"/>
            <a:ext cx="7393990" cy="164109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Source Code Pro"/>
              <a:buNone/>
              <a:defRPr sz="1400" b="0" i="0" u="none" strike="noStrike" cap="none">
                <a:solidFill>
                  <a:schemeClr val="dk1"/>
                </a:solidFill>
                <a:latin typeface="Source Code Pro"/>
                <a:ea typeface="Source Code Pro"/>
                <a:cs typeface="Source Code Pro"/>
                <a:sym typeface="Source Code Pro"/>
              </a:defRPr>
            </a:lvl1pPr>
            <a:lvl2pPr marL="914400" marR="0" lvl="1" indent="-317500" algn="ctr" rtl="0">
              <a:lnSpc>
                <a:spcPct val="100000"/>
              </a:lnSpc>
              <a:spcBef>
                <a:spcPts val="0"/>
              </a:spcBef>
              <a:spcAft>
                <a:spcPts val="0"/>
              </a:spcAft>
              <a:buClr>
                <a:schemeClr val="dk1"/>
              </a:buClr>
              <a:buSzPts val="1400"/>
              <a:buFont typeface="Source Code Pro"/>
              <a:buNone/>
              <a:defRPr sz="1400" b="0" i="0" u="none" strike="noStrike" cap="none">
                <a:solidFill>
                  <a:schemeClr val="dk1"/>
                </a:solidFill>
                <a:latin typeface="Source Code Pro"/>
                <a:ea typeface="Source Code Pro"/>
                <a:cs typeface="Source Code Pro"/>
                <a:sym typeface="Source Code Pro"/>
              </a:defRPr>
            </a:lvl2pPr>
            <a:lvl3pPr marL="1371600" marR="0" lvl="2" indent="-317500" algn="ctr" rtl="0">
              <a:lnSpc>
                <a:spcPct val="100000"/>
              </a:lnSpc>
              <a:spcBef>
                <a:spcPts val="0"/>
              </a:spcBef>
              <a:spcAft>
                <a:spcPts val="0"/>
              </a:spcAft>
              <a:buClr>
                <a:schemeClr val="dk1"/>
              </a:buClr>
              <a:buSzPts val="1400"/>
              <a:buFont typeface="Source Code Pro"/>
              <a:buNone/>
              <a:defRPr sz="1400" b="0" i="0" u="none" strike="noStrike" cap="none">
                <a:solidFill>
                  <a:schemeClr val="dk1"/>
                </a:solidFill>
                <a:latin typeface="Source Code Pro"/>
                <a:ea typeface="Source Code Pro"/>
                <a:cs typeface="Source Code Pro"/>
                <a:sym typeface="Source Code Pro"/>
              </a:defRPr>
            </a:lvl3pPr>
            <a:lvl4pPr marL="1828800" marR="0" lvl="3" indent="-317500" algn="ctr" rtl="0">
              <a:lnSpc>
                <a:spcPct val="100000"/>
              </a:lnSpc>
              <a:spcBef>
                <a:spcPts val="0"/>
              </a:spcBef>
              <a:spcAft>
                <a:spcPts val="0"/>
              </a:spcAft>
              <a:buClr>
                <a:schemeClr val="dk1"/>
              </a:buClr>
              <a:buSzPts val="1400"/>
              <a:buFont typeface="Source Code Pro"/>
              <a:buNone/>
              <a:defRPr sz="1400" b="0" i="0" u="none" strike="noStrike" cap="none">
                <a:solidFill>
                  <a:schemeClr val="dk1"/>
                </a:solidFill>
                <a:latin typeface="Source Code Pro"/>
                <a:ea typeface="Source Code Pro"/>
                <a:cs typeface="Source Code Pro"/>
                <a:sym typeface="Source Code Pro"/>
              </a:defRPr>
            </a:lvl4pPr>
            <a:lvl5pPr marL="2286000" marR="0" lvl="4" indent="-317500" algn="ctr" rtl="0">
              <a:lnSpc>
                <a:spcPct val="100000"/>
              </a:lnSpc>
              <a:spcBef>
                <a:spcPts val="0"/>
              </a:spcBef>
              <a:spcAft>
                <a:spcPts val="0"/>
              </a:spcAft>
              <a:buClr>
                <a:schemeClr val="dk1"/>
              </a:buClr>
              <a:buSzPts val="1400"/>
              <a:buFont typeface="Source Code Pro"/>
              <a:buNone/>
              <a:defRPr sz="1400" b="0" i="0" u="none" strike="noStrike" cap="none">
                <a:solidFill>
                  <a:schemeClr val="dk1"/>
                </a:solidFill>
                <a:latin typeface="Source Code Pro"/>
                <a:ea typeface="Source Code Pro"/>
                <a:cs typeface="Source Code Pro"/>
                <a:sym typeface="Source Code Pro"/>
              </a:defRPr>
            </a:lvl5pPr>
            <a:lvl6pPr marL="2743200" marR="0" lvl="5" indent="-317500" algn="ctr" rtl="0">
              <a:lnSpc>
                <a:spcPct val="100000"/>
              </a:lnSpc>
              <a:spcBef>
                <a:spcPts val="0"/>
              </a:spcBef>
              <a:spcAft>
                <a:spcPts val="0"/>
              </a:spcAft>
              <a:buClr>
                <a:schemeClr val="dk1"/>
              </a:buClr>
              <a:buSzPts val="1400"/>
              <a:buFont typeface="Source Code Pro"/>
              <a:buNone/>
              <a:defRPr sz="1400" b="0" i="0" u="none" strike="noStrike" cap="none">
                <a:solidFill>
                  <a:schemeClr val="dk1"/>
                </a:solidFill>
                <a:latin typeface="Source Code Pro"/>
                <a:ea typeface="Source Code Pro"/>
                <a:cs typeface="Source Code Pro"/>
                <a:sym typeface="Source Code Pro"/>
              </a:defRPr>
            </a:lvl6pPr>
            <a:lvl7pPr marL="3200400" marR="0" lvl="6" indent="-317500" algn="ctr" rtl="0">
              <a:lnSpc>
                <a:spcPct val="100000"/>
              </a:lnSpc>
              <a:spcBef>
                <a:spcPts val="0"/>
              </a:spcBef>
              <a:spcAft>
                <a:spcPts val="0"/>
              </a:spcAft>
              <a:buClr>
                <a:schemeClr val="dk1"/>
              </a:buClr>
              <a:buSzPts val="1400"/>
              <a:buFont typeface="Source Code Pro"/>
              <a:buNone/>
              <a:defRPr sz="1400" b="0" i="0" u="none" strike="noStrike" cap="none">
                <a:solidFill>
                  <a:schemeClr val="dk1"/>
                </a:solidFill>
                <a:latin typeface="Source Code Pro"/>
                <a:ea typeface="Source Code Pro"/>
                <a:cs typeface="Source Code Pro"/>
                <a:sym typeface="Source Code Pro"/>
              </a:defRPr>
            </a:lvl7pPr>
            <a:lvl8pPr marL="3657600" marR="0" lvl="7" indent="-317500" algn="ctr" rtl="0">
              <a:lnSpc>
                <a:spcPct val="100000"/>
              </a:lnSpc>
              <a:spcBef>
                <a:spcPts val="0"/>
              </a:spcBef>
              <a:spcAft>
                <a:spcPts val="0"/>
              </a:spcAft>
              <a:buClr>
                <a:schemeClr val="dk1"/>
              </a:buClr>
              <a:buSzPts val="1400"/>
              <a:buFont typeface="Source Code Pro"/>
              <a:buNone/>
              <a:defRPr sz="1400" b="0" i="0" u="none" strike="noStrike" cap="none">
                <a:solidFill>
                  <a:schemeClr val="dk1"/>
                </a:solidFill>
                <a:latin typeface="Source Code Pro"/>
                <a:ea typeface="Source Code Pro"/>
                <a:cs typeface="Source Code Pro"/>
                <a:sym typeface="Source Code Pro"/>
              </a:defRPr>
            </a:lvl8pPr>
            <a:lvl9pPr marL="4114800" marR="0" lvl="8" indent="-317500" algn="ctr" rtl="0">
              <a:lnSpc>
                <a:spcPct val="100000"/>
              </a:lnSpc>
              <a:spcBef>
                <a:spcPts val="0"/>
              </a:spcBef>
              <a:spcAft>
                <a:spcPts val="0"/>
              </a:spcAft>
              <a:buClr>
                <a:schemeClr val="dk1"/>
              </a:buClr>
              <a:buSzPts val="1400"/>
              <a:buFont typeface="Source Code Pro"/>
              <a:buNone/>
              <a:defRPr sz="1400" b="0" i="0" u="none" strike="noStrike" cap="none">
                <a:solidFill>
                  <a:schemeClr val="dk1"/>
                </a:solidFill>
                <a:latin typeface="Source Code Pro"/>
                <a:ea typeface="Source Code Pro"/>
                <a:cs typeface="Source Code Pro"/>
                <a:sym typeface="Source Code Pro"/>
              </a:defRPr>
            </a:lvl9pPr>
          </a:lstStyle>
          <a:p>
            <a:pPr marL="0" indent="0"/>
            <a:endParaRPr lang="es-MX"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3"/>
          <p:cNvSpPr txBox="1">
            <a:spLocks noGrp="1"/>
          </p:cNvSpPr>
          <p:nvPr>
            <p:ph type="title"/>
          </p:nvPr>
        </p:nvSpPr>
        <p:spPr>
          <a:xfrm>
            <a:off x="-194509" y="187661"/>
            <a:ext cx="3858775" cy="278871"/>
          </a:xfrm>
          <a:prstGeom prst="rect">
            <a:avLst/>
          </a:prstGeom>
        </p:spPr>
        <p:txBody>
          <a:bodyPr spcFirstLastPara="1" wrap="square" lIns="91425" tIns="91425" rIns="91425" bIns="91425" anchor="t" anchorCtr="0">
            <a:noAutofit/>
          </a:bodyPr>
          <a:lstStyle/>
          <a:p>
            <a:pPr lvl="0" algn="ctr" rtl="0">
              <a:spcBef>
                <a:spcPts val="0"/>
              </a:spcBef>
              <a:spcAft>
                <a:spcPts val="0"/>
              </a:spcAft>
            </a:pPr>
            <a:r>
              <a:rPr lang="en" sz="1800" dirty="0">
                <a:solidFill>
                  <a:srgbClr val="E6E6E3"/>
                </a:solidFill>
              </a:rPr>
              <a:t>&lt;/&gt;</a:t>
            </a:r>
            <a:r>
              <a:rPr lang="en" sz="1800" dirty="0">
                <a:solidFill>
                  <a:schemeClr val="accent4"/>
                </a:solidFill>
              </a:rPr>
              <a:t> </a:t>
            </a:r>
            <a:r>
              <a:rPr lang="en" sz="1200" dirty="0">
                <a:solidFill>
                  <a:schemeClr val="accent4"/>
                </a:solidFill>
              </a:rPr>
              <a:t>Listas Simples Enlazadas</a:t>
            </a:r>
            <a:endParaRPr sz="1800" dirty="0">
              <a:solidFill>
                <a:schemeClr val="accent4"/>
              </a:solidFill>
            </a:endParaRPr>
          </a:p>
        </p:txBody>
      </p:sp>
      <p:sp>
        <p:nvSpPr>
          <p:cNvPr id="309" name="Google Shape;309;p33"/>
          <p:cNvSpPr txBox="1">
            <a:spLocks noGrp="1"/>
          </p:cNvSpPr>
          <p:nvPr>
            <p:ph type="subTitle" idx="3"/>
          </p:nvPr>
        </p:nvSpPr>
        <p:spPr>
          <a:xfrm>
            <a:off x="2613121" y="1338527"/>
            <a:ext cx="5974319" cy="330259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s-MX" sz="1800" dirty="0"/>
          </a:p>
          <a:p>
            <a:pPr marL="0" lvl="0" indent="0" algn="l" rtl="0">
              <a:spcBef>
                <a:spcPts val="0"/>
              </a:spcBef>
              <a:spcAft>
                <a:spcPts val="0"/>
              </a:spcAft>
              <a:buNone/>
            </a:pPr>
            <a:endParaRPr dirty="0"/>
          </a:p>
        </p:txBody>
      </p:sp>
      <p:pic>
        <p:nvPicPr>
          <p:cNvPr id="2" name="Imagen 1">
            <a:extLst>
              <a:ext uri="{FF2B5EF4-FFF2-40B4-BE49-F238E27FC236}">
                <a16:creationId xmlns:a16="http://schemas.microsoft.com/office/drawing/2014/main" id="{BE357065-5101-CEB5-6B2A-05EDE47496E0}"/>
              </a:ext>
            </a:extLst>
          </p:cNvPr>
          <p:cNvPicPr>
            <a:picLocks noChangeAspect="1"/>
          </p:cNvPicPr>
          <p:nvPr/>
        </p:nvPicPr>
        <p:blipFill>
          <a:blip r:embed="rId3"/>
          <a:stretch>
            <a:fillRect/>
          </a:stretch>
        </p:blipFill>
        <p:spPr>
          <a:xfrm>
            <a:off x="8316464" y="4222725"/>
            <a:ext cx="812698" cy="812698"/>
          </a:xfrm>
          <a:prstGeom prst="rect">
            <a:avLst/>
          </a:prstGeom>
        </p:spPr>
      </p:pic>
      <p:sp>
        <p:nvSpPr>
          <p:cNvPr id="4" name="CuadroTexto 3">
            <a:extLst>
              <a:ext uri="{FF2B5EF4-FFF2-40B4-BE49-F238E27FC236}">
                <a16:creationId xmlns:a16="http://schemas.microsoft.com/office/drawing/2014/main" id="{3EEC9B17-3812-47CC-8A55-0F47D700456E}"/>
              </a:ext>
            </a:extLst>
          </p:cNvPr>
          <p:cNvSpPr txBox="1"/>
          <p:nvPr/>
        </p:nvSpPr>
        <p:spPr>
          <a:xfrm>
            <a:off x="767845" y="1155297"/>
            <a:ext cx="7548619" cy="1938992"/>
          </a:xfrm>
          <a:prstGeom prst="rect">
            <a:avLst/>
          </a:prstGeom>
          <a:noFill/>
        </p:spPr>
        <p:txBody>
          <a:bodyPr wrap="square">
            <a:spAutoFit/>
          </a:bodyPr>
          <a:lstStyle/>
          <a:p>
            <a:pPr marL="0" lvl="0" indent="0" algn="l" rtl="0">
              <a:spcBef>
                <a:spcPts val="0"/>
              </a:spcBef>
              <a:spcAft>
                <a:spcPts val="0"/>
              </a:spcAft>
              <a:buNone/>
            </a:pPr>
            <a:endParaRPr lang="es-MX" sz="2000" dirty="0">
              <a:solidFill>
                <a:schemeClr val="bg1">
                  <a:lumMod val="10000"/>
                  <a:lumOff val="90000"/>
                </a:schemeClr>
              </a:solidFill>
              <a:latin typeface="Source Code Pro" panose="020B0509030403020204" pitchFamily="49" charset="0"/>
              <a:ea typeface="Source Code Pro" panose="020B0509030403020204" pitchFamily="49" charset="0"/>
            </a:endParaRPr>
          </a:p>
          <a:p>
            <a:r>
              <a:rPr lang="es-MX" sz="2000" dirty="0">
                <a:solidFill>
                  <a:schemeClr val="bg1">
                    <a:lumMod val="10000"/>
                    <a:lumOff val="90000"/>
                  </a:schemeClr>
                </a:solidFill>
                <a:latin typeface="Source Code Pro" panose="020B0509030403020204" pitchFamily="49" charset="0"/>
                <a:ea typeface="Source Code Pro" panose="020B0509030403020204" pitchFamily="49" charset="0"/>
              </a:rPr>
              <a:t>Cada nodo contiene un elemento de datos y una referencia al siguiente nodo en la lista. El primer nodo en la lista se llama nodo cabeza, y el último nodo se llama nodo cola.</a:t>
            </a:r>
          </a:p>
          <a:p>
            <a:pPr marL="0" lvl="0" indent="0" algn="l" rtl="0">
              <a:spcBef>
                <a:spcPts val="0"/>
              </a:spcBef>
              <a:spcAft>
                <a:spcPts val="0"/>
              </a:spcAft>
              <a:buNone/>
            </a:pPr>
            <a:endParaRPr lang="es-MX" sz="2000" dirty="0">
              <a:solidFill>
                <a:schemeClr val="bg1">
                  <a:lumMod val="10000"/>
                  <a:lumOff val="90000"/>
                </a:schemeClr>
              </a:solidFill>
              <a:latin typeface="Source Code Pro" panose="020B0509030403020204" pitchFamily="49" charset="0"/>
              <a:ea typeface="Source Code Pro" panose="020B0509030403020204" pitchFamily="49" charset="0"/>
            </a:endParaRPr>
          </a:p>
        </p:txBody>
      </p:sp>
      <p:pic>
        <p:nvPicPr>
          <p:cNvPr id="5" name="Picture 4" descr="Análisis y Programación: Listas simplemente enlazadas (Linked List)">
            <a:extLst>
              <a:ext uri="{FF2B5EF4-FFF2-40B4-BE49-F238E27FC236}">
                <a16:creationId xmlns:a16="http://schemas.microsoft.com/office/drawing/2014/main" id="{D9E7A66E-937F-4924-EB7D-27807E0237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1900" y="3191261"/>
            <a:ext cx="4662435" cy="1352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0081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3"/>
          <p:cNvSpPr txBox="1">
            <a:spLocks noGrp="1"/>
          </p:cNvSpPr>
          <p:nvPr>
            <p:ph type="title"/>
          </p:nvPr>
        </p:nvSpPr>
        <p:spPr>
          <a:xfrm>
            <a:off x="-375379" y="632141"/>
            <a:ext cx="3858775" cy="278871"/>
          </a:xfrm>
          <a:prstGeom prst="rect">
            <a:avLst/>
          </a:prstGeom>
        </p:spPr>
        <p:txBody>
          <a:bodyPr spcFirstLastPara="1" wrap="square" lIns="91425" tIns="91425" rIns="91425" bIns="91425" anchor="t" anchorCtr="0">
            <a:noAutofit/>
          </a:bodyPr>
          <a:lstStyle/>
          <a:p>
            <a:pPr lvl="0" algn="ctr" rtl="0">
              <a:spcBef>
                <a:spcPts val="0"/>
              </a:spcBef>
              <a:spcAft>
                <a:spcPts val="0"/>
              </a:spcAft>
            </a:pPr>
            <a:r>
              <a:rPr lang="en" sz="1800" dirty="0">
                <a:solidFill>
                  <a:srgbClr val="E6E6E3"/>
                </a:solidFill>
              </a:rPr>
              <a:t>&lt;/&gt;</a:t>
            </a:r>
            <a:r>
              <a:rPr lang="en" sz="1800" dirty="0">
                <a:solidFill>
                  <a:schemeClr val="accent4"/>
                </a:solidFill>
              </a:rPr>
              <a:t> </a:t>
            </a:r>
            <a:r>
              <a:rPr lang="en" sz="1200" dirty="0">
                <a:solidFill>
                  <a:schemeClr val="accent4"/>
                </a:solidFill>
              </a:rPr>
              <a:t>Listas Simples Enlazadas</a:t>
            </a:r>
            <a:endParaRPr sz="1800" dirty="0">
              <a:solidFill>
                <a:schemeClr val="accent4"/>
              </a:solidFill>
            </a:endParaRPr>
          </a:p>
        </p:txBody>
      </p:sp>
      <p:sp>
        <p:nvSpPr>
          <p:cNvPr id="309" name="Google Shape;309;p33"/>
          <p:cNvSpPr txBox="1">
            <a:spLocks noGrp="1"/>
          </p:cNvSpPr>
          <p:nvPr>
            <p:ph type="subTitle" idx="3"/>
          </p:nvPr>
        </p:nvSpPr>
        <p:spPr>
          <a:xfrm>
            <a:off x="14838" y="1282287"/>
            <a:ext cx="8975208" cy="334678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MX" sz="1800" dirty="0"/>
              <a:t>Ventajas </a:t>
            </a:r>
          </a:p>
          <a:p>
            <a:pPr marL="0" lvl="0" indent="0" algn="ctr" rtl="0">
              <a:spcBef>
                <a:spcPts val="0"/>
              </a:spcBef>
              <a:spcAft>
                <a:spcPts val="0"/>
              </a:spcAft>
              <a:buNone/>
            </a:pPr>
            <a:endParaRPr lang="es-MX" sz="1800" dirty="0"/>
          </a:p>
          <a:p>
            <a:pPr marL="285750" lvl="0" indent="-285750" algn="l" rtl="0">
              <a:spcBef>
                <a:spcPts val="0"/>
              </a:spcBef>
              <a:spcAft>
                <a:spcPts val="0"/>
              </a:spcAft>
              <a:buFont typeface="Wingdings" panose="05000000000000000000" pitchFamily="2" charset="2"/>
              <a:buChar char="v"/>
            </a:pPr>
            <a:r>
              <a:rPr lang="es-MX" sz="1600" dirty="0"/>
              <a:t>Las listas simples son fáciles de implementar.</a:t>
            </a:r>
          </a:p>
          <a:p>
            <a:pPr marL="285750" lvl="0" indent="-285750" algn="l" rtl="0">
              <a:spcBef>
                <a:spcPts val="0"/>
              </a:spcBef>
              <a:spcAft>
                <a:spcPts val="0"/>
              </a:spcAft>
              <a:buFont typeface="Wingdings" panose="05000000000000000000" pitchFamily="2" charset="2"/>
              <a:buChar char="v"/>
            </a:pPr>
            <a:r>
              <a:rPr lang="es-MX" sz="1600" dirty="0"/>
              <a:t>Las listas simples son eficientes para insertar y eliminar elementos de la lista.</a:t>
            </a:r>
          </a:p>
          <a:p>
            <a:pPr marL="285750" marR="0" lvl="0" indent="-285750" algn="l" defTabSz="914400" rtl="0" eaLnBrk="1" fontAlgn="auto" latinLnBrk="0" hangingPunct="1">
              <a:lnSpc>
                <a:spcPct val="115000"/>
              </a:lnSpc>
              <a:spcBef>
                <a:spcPts val="0"/>
              </a:spcBef>
              <a:spcAft>
                <a:spcPts val="0"/>
              </a:spcAft>
              <a:buClr>
                <a:srgbClr val="E7E7E7"/>
              </a:buClr>
              <a:buSzPts val="1400"/>
              <a:buFont typeface="Wingdings" panose="05000000000000000000" pitchFamily="2" charset="2"/>
              <a:buChar char="v"/>
              <a:tabLst/>
              <a:defRPr/>
            </a:pPr>
            <a:r>
              <a:rPr kumimoji="0" lang="es-MX" sz="1600" b="0" i="0" u="none" strike="noStrike" kern="0" cap="none" spc="0" normalizeH="0" baseline="0" noProof="0" dirty="0">
                <a:ln>
                  <a:noFill/>
                </a:ln>
                <a:solidFill>
                  <a:srgbClr val="E7E7E7"/>
                </a:solidFill>
                <a:effectLst/>
                <a:uLnTx/>
                <a:uFillTx/>
                <a:latin typeface="Source Code Pro"/>
                <a:ea typeface="Source Code Pro"/>
                <a:sym typeface="Source Code Pro"/>
              </a:rPr>
              <a:t>Las listas simples se pueden utilizar para almacenar una variedad de datos.</a:t>
            </a:r>
          </a:p>
          <a:p>
            <a:pPr marL="285750" marR="0" lvl="0" indent="-285750" algn="l" defTabSz="914400" rtl="0" eaLnBrk="1" fontAlgn="auto" latinLnBrk="0" hangingPunct="1">
              <a:lnSpc>
                <a:spcPct val="115000"/>
              </a:lnSpc>
              <a:spcBef>
                <a:spcPts val="0"/>
              </a:spcBef>
              <a:spcAft>
                <a:spcPts val="0"/>
              </a:spcAft>
              <a:buClr>
                <a:srgbClr val="E7E7E7"/>
              </a:buClr>
              <a:buSzPts val="1400"/>
              <a:buFont typeface="Wingdings" panose="05000000000000000000" pitchFamily="2" charset="2"/>
              <a:buChar char="v"/>
              <a:tabLst/>
              <a:defRPr/>
            </a:pPr>
            <a:r>
              <a:rPr kumimoji="0" lang="es-MX" sz="1600" b="0" i="0" u="none" strike="noStrike" kern="0" cap="none" spc="0" normalizeH="0" baseline="0" noProof="0" dirty="0">
                <a:ln>
                  <a:noFill/>
                </a:ln>
                <a:solidFill>
                  <a:srgbClr val="E7E7E7"/>
                </a:solidFill>
                <a:effectLst/>
                <a:uLnTx/>
                <a:uFillTx/>
                <a:latin typeface="Source Code Pro"/>
                <a:ea typeface="Source Code Pro"/>
                <a:sym typeface="Source Code Pro"/>
              </a:rPr>
              <a:t>Las listas simples son escalables. </a:t>
            </a:r>
          </a:p>
          <a:p>
            <a:pPr marL="285750" marR="0" lvl="0" indent="-285750" algn="l" defTabSz="914400" rtl="0" eaLnBrk="1" fontAlgn="auto" latinLnBrk="0" hangingPunct="1">
              <a:lnSpc>
                <a:spcPct val="115000"/>
              </a:lnSpc>
              <a:spcBef>
                <a:spcPts val="0"/>
              </a:spcBef>
              <a:spcAft>
                <a:spcPts val="0"/>
              </a:spcAft>
              <a:buClr>
                <a:srgbClr val="E7E7E7"/>
              </a:buClr>
              <a:buSzPts val="1400"/>
              <a:buFont typeface="Wingdings" panose="05000000000000000000" pitchFamily="2" charset="2"/>
              <a:buChar char="v"/>
              <a:tabLst/>
              <a:defRPr/>
            </a:pPr>
            <a:r>
              <a:rPr kumimoji="0" lang="es-MX" sz="1600" b="0" i="0" u="none" strike="noStrike" kern="0" cap="none" spc="0" normalizeH="0" baseline="0" noProof="0" dirty="0">
                <a:ln>
                  <a:noFill/>
                </a:ln>
                <a:solidFill>
                  <a:srgbClr val="E7E7E7"/>
                </a:solidFill>
                <a:effectLst/>
                <a:uLnTx/>
                <a:uFillTx/>
                <a:latin typeface="Source Code Pro"/>
                <a:ea typeface="Source Code Pro"/>
                <a:sym typeface="Source Code Pro"/>
              </a:rPr>
              <a:t>Las listas simples son dinámicas. </a:t>
            </a:r>
          </a:p>
          <a:p>
            <a:pPr marL="285750" marR="0" lvl="0" indent="-285750" algn="l" defTabSz="914400" rtl="0" eaLnBrk="1" fontAlgn="auto" latinLnBrk="0" hangingPunct="1">
              <a:lnSpc>
                <a:spcPct val="115000"/>
              </a:lnSpc>
              <a:spcBef>
                <a:spcPts val="0"/>
              </a:spcBef>
              <a:spcAft>
                <a:spcPts val="0"/>
              </a:spcAft>
              <a:buClr>
                <a:srgbClr val="E7E7E7"/>
              </a:buClr>
              <a:buSzPts val="1400"/>
              <a:buFont typeface="Wingdings" panose="05000000000000000000" pitchFamily="2" charset="2"/>
              <a:buChar char="v"/>
              <a:tabLst/>
              <a:defRPr/>
            </a:pPr>
            <a:r>
              <a:rPr kumimoji="0" lang="es-MX" sz="1600" b="0" i="0" u="none" strike="noStrike" kern="0" cap="none" spc="0" normalizeH="0" baseline="0" noProof="0" dirty="0">
                <a:ln>
                  <a:noFill/>
                </a:ln>
                <a:solidFill>
                  <a:srgbClr val="E7E7E7"/>
                </a:solidFill>
                <a:effectLst/>
                <a:uLnTx/>
                <a:uFillTx/>
                <a:latin typeface="Source Code Pro"/>
                <a:ea typeface="Source Code Pro"/>
                <a:sym typeface="Source Code Pro"/>
              </a:rPr>
              <a:t>Las listas simples son fáciles de entender</a:t>
            </a:r>
          </a:p>
          <a:p>
            <a:pPr marL="285750" marR="0" lvl="0" indent="-285750" algn="l" defTabSz="914400" rtl="0" eaLnBrk="1" fontAlgn="auto" latinLnBrk="0" hangingPunct="1">
              <a:lnSpc>
                <a:spcPct val="115000"/>
              </a:lnSpc>
              <a:spcBef>
                <a:spcPts val="0"/>
              </a:spcBef>
              <a:spcAft>
                <a:spcPts val="0"/>
              </a:spcAft>
              <a:buClr>
                <a:srgbClr val="E7E7E7"/>
              </a:buClr>
              <a:buSzPts val="1400"/>
              <a:buFont typeface="Wingdings" panose="05000000000000000000" pitchFamily="2" charset="2"/>
              <a:buChar char="v"/>
              <a:tabLst/>
              <a:defRPr/>
            </a:pPr>
            <a:endParaRPr kumimoji="0" lang="es-MX" sz="1800" b="0" i="0" u="none" strike="noStrike" kern="0" cap="none" spc="0" normalizeH="0" baseline="0" noProof="0" dirty="0">
              <a:ln>
                <a:noFill/>
              </a:ln>
              <a:solidFill>
                <a:srgbClr val="E7E7E7"/>
              </a:solidFill>
              <a:effectLst/>
              <a:uLnTx/>
              <a:uFillTx/>
              <a:latin typeface="Source Code Pro"/>
              <a:ea typeface="Source Code Pro"/>
              <a:sym typeface="Source Code Pro"/>
            </a:endParaRPr>
          </a:p>
          <a:p>
            <a:pPr marL="285750" marR="0" lvl="0" indent="-285750" algn="l" defTabSz="914400" rtl="0" eaLnBrk="1" fontAlgn="auto" latinLnBrk="0" hangingPunct="1">
              <a:lnSpc>
                <a:spcPct val="115000"/>
              </a:lnSpc>
              <a:spcBef>
                <a:spcPts val="0"/>
              </a:spcBef>
              <a:spcAft>
                <a:spcPts val="0"/>
              </a:spcAft>
              <a:buClr>
                <a:srgbClr val="E7E7E7"/>
              </a:buClr>
              <a:buSzPts val="1400"/>
              <a:buFont typeface="Wingdings" panose="05000000000000000000" pitchFamily="2" charset="2"/>
              <a:buChar char="v"/>
              <a:tabLst/>
              <a:defRPr/>
            </a:pPr>
            <a:endParaRPr lang="es-MX" sz="1800" dirty="0">
              <a:solidFill>
                <a:srgbClr val="E7E7E7"/>
              </a:solidFill>
              <a:latin typeface="Source Code Pro"/>
              <a:ea typeface="Source Code Pro"/>
              <a:sym typeface="Source Code Pro"/>
            </a:endParaRPr>
          </a:p>
          <a:p>
            <a:pPr marL="0" lvl="0" indent="0" algn="l" rtl="0">
              <a:spcBef>
                <a:spcPts val="0"/>
              </a:spcBef>
              <a:spcAft>
                <a:spcPts val="0"/>
              </a:spcAft>
            </a:pPr>
            <a:endParaRPr lang="es-MX" sz="1800" dirty="0"/>
          </a:p>
          <a:p>
            <a:pPr marL="0" lvl="0" indent="0" algn="l" rtl="0">
              <a:spcBef>
                <a:spcPts val="0"/>
              </a:spcBef>
              <a:spcAft>
                <a:spcPts val="0"/>
              </a:spcAft>
            </a:pPr>
            <a:endParaRPr lang="es-MX" sz="2000" dirty="0"/>
          </a:p>
          <a:p>
            <a:pPr marL="0" lvl="0" indent="0" algn="l" rtl="0">
              <a:spcBef>
                <a:spcPts val="0"/>
              </a:spcBef>
              <a:spcAft>
                <a:spcPts val="0"/>
              </a:spcAft>
            </a:pPr>
            <a:endParaRPr lang="es-MX" dirty="0"/>
          </a:p>
        </p:txBody>
      </p:sp>
      <p:pic>
        <p:nvPicPr>
          <p:cNvPr id="2" name="Imagen 1">
            <a:extLst>
              <a:ext uri="{FF2B5EF4-FFF2-40B4-BE49-F238E27FC236}">
                <a16:creationId xmlns:a16="http://schemas.microsoft.com/office/drawing/2014/main" id="{BE357065-5101-CEB5-6B2A-05EDE47496E0}"/>
              </a:ext>
            </a:extLst>
          </p:cNvPr>
          <p:cNvPicPr>
            <a:picLocks noChangeAspect="1"/>
          </p:cNvPicPr>
          <p:nvPr/>
        </p:nvPicPr>
        <p:blipFill>
          <a:blip r:embed="rId3"/>
          <a:stretch>
            <a:fillRect/>
          </a:stretch>
        </p:blipFill>
        <p:spPr>
          <a:xfrm>
            <a:off x="8316464" y="4222725"/>
            <a:ext cx="812698" cy="812698"/>
          </a:xfrm>
          <a:prstGeom prst="rect">
            <a:avLst/>
          </a:prstGeom>
        </p:spPr>
      </p:pic>
    </p:spTree>
    <p:extLst>
      <p:ext uri="{BB962C8B-B14F-4D97-AF65-F5344CB8AC3E}">
        <p14:creationId xmlns:p14="http://schemas.microsoft.com/office/powerpoint/2010/main" val="28260963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3"/>
          <p:cNvSpPr txBox="1">
            <a:spLocks noGrp="1"/>
          </p:cNvSpPr>
          <p:nvPr>
            <p:ph type="title"/>
          </p:nvPr>
        </p:nvSpPr>
        <p:spPr>
          <a:xfrm>
            <a:off x="-375379" y="632141"/>
            <a:ext cx="3858775" cy="278871"/>
          </a:xfrm>
          <a:prstGeom prst="rect">
            <a:avLst/>
          </a:prstGeom>
        </p:spPr>
        <p:txBody>
          <a:bodyPr spcFirstLastPara="1" wrap="square" lIns="91425" tIns="91425" rIns="91425" bIns="91425" anchor="t" anchorCtr="0">
            <a:noAutofit/>
          </a:bodyPr>
          <a:lstStyle/>
          <a:p>
            <a:pPr lvl="0" algn="ctr" rtl="0">
              <a:spcBef>
                <a:spcPts val="0"/>
              </a:spcBef>
              <a:spcAft>
                <a:spcPts val="0"/>
              </a:spcAft>
            </a:pPr>
            <a:r>
              <a:rPr lang="en" sz="1800" dirty="0">
                <a:solidFill>
                  <a:srgbClr val="E6E6E3"/>
                </a:solidFill>
              </a:rPr>
              <a:t>&lt;/&gt;</a:t>
            </a:r>
            <a:r>
              <a:rPr lang="en" sz="1800" dirty="0">
                <a:solidFill>
                  <a:schemeClr val="accent4"/>
                </a:solidFill>
              </a:rPr>
              <a:t> </a:t>
            </a:r>
            <a:r>
              <a:rPr lang="en" sz="1200" dirty="0">
                <a:solidFill>
                  <a:schemeClr val="accent4"/>
                </a:solidFill>
              </a:rPr>
              <a:t>Listas Simples Enlazadas</a:t>
            </a:r>
            <a:endParaRPr sz="1800" dirty="0">
              <a:solidFill>
                <a:schemeClr val="accent4"/>
              </a:solidFill>
            </a:endParaRPr>
          </a:p>
        </p:txBody>
      </p:sp>
      <p:sp>
        <p:nvSpPr>
          <p:cNvPr id="309" name="Google Shape;309;p33"/>
          <p:cNvSpPr txBox="1">
            <a:spLocks noGrp="1"/>
          </p:cNvSpPr>
          <p:nvPr>
            <p:ph type="subTitle" idx="3"/>
          </p:nvPr>
        </p:nvSpPr>
        <p:spPr>
          <a:xfrm>
            <a:off x="218262" y="1208763"/>
            <a:ext cx="8504551" cy="3302596"/>
          </a:xfrm>
          <a:prstGeom prst="rect">
            <a:avLst/>
          </a:prstGeom>
        </p:spPr>
        <p:txBody>
          <a:bodyPr spcFirstLastPara="1" wrap="square" lIns="91425" tIns="91425" rIns="91425" bIns="91425" anchor="t" anchorCtr="0">
            <a:noAutofit/>
          </a:bodyPr>
          <a:lstStyle/>
          <a:p>
            <a:pPr marL="0" marR="0" indent="0" algn="ctr" rtl="0">
              <a:lnSpc>
                <a:spcPct val="115000"/>
              </a:lnSpc>
              <a:spcBef>
                <a:spcPts val="0"/>
              </a:spcBef>
              <a:spcAft>
                <a:spcPts val="0"/>
              </a:spcAft>
            </a:pPr>
            <a:r>
              <a:rPr lang="es-CO" sz="2000" dirty="0">
                <a:effectLst/>
              </a:rPr>
              <a:t>DESVENTAJAS  </a:t>
            </a:r>
          </a:p>
          <a:p>
            <a:pPr marL="285750" marR="0" indent="-285750" algn="l" rtl="0">
              <a:lnSpc>
                <a:spcPct val="115000"/>
              </a:lnSpc>
              <a:spcBef>
                <a:spcPts val="0"/>
              </a:spcBef>
              <a:spcAft>
                <a:spcPts val="0"/>
              </a:spcAft>
              <a:buFont typeface="Wingdings" panose="05000000000000000000" pitchFamily="2" charset="2"/>
              <a:buChar char="v"/>
            </a:pPr>
            <a:r>
              <a:rPr lang="es-MX" sz="1600" b="0" i="0" dirty="0">
                <a:solidFill>
                  <a:srgbClr val="E7E7E7"/>
                </a:solidFill>
                <a:effectLst/>
                <a:latin typeface="Source Code Pro" panose="020B0509030403020204" pitchFamily="49" charset="0"/>
                <a:ea typeface="Source Code Pro" panose="020B0509030403020204" pitchFamily="49" charset="0"/>
                <a:cs typeface="Source Code Pro" panose="020B0509030403020204" pitchFamily="49" charset="0"/>
              </a:rPr>
              <a:t>Las listas simples pueden ser ineficientes para acceder a elementos de la lista por su posición.</a:t>
            </a:r>
          </a:p>
          <a:p>
            <a:pPr marL="0" marR="0" indent="0" algn="l" rtl="0">
              <a:lnSpc>
                <a:spcPct val="115000"/>
              </a:lnSpc>
              <a:spcBef>
                <a:spcPts val="0"/>
              </a:spcBef>
              <a:spcAft>
                <a:spcPts val="0"/>
              </a:spcAft>
            </a:pPr>
            <a:endParaRPr lang="es-CO" sz="1600" dirty="0">
              <a:effectLst/>
            </a:endParaRPr>
          </a:p>
          <a:p>
            <a:pPr marL="285750" marR="0" indent="-285750" algn="l" rtl="0">
              <a:lnSpc>
                <a:spcPct val="115000"/>
              </a:lnSpc>
              <a:spcBef>
                <a:spcPts val="0"/>
              </a:spcBef>
              <a:spcAft>
                <a:spcPts val="0"/>
              </a:spcAft>
              <a:buFont typeface="Wingdings" panose="05000000000000000000" pitchFamily="2" charset="2"/>
              <a:buChar char="v"/>
            </a:pPr>
            <a:r>
              <a:rPr lang="es-MX" sz="1600" b="0" i="0" dirty="0">
                <a:solidFill>
                  <a:srgbClr val="E7E7E7"/>
                </a:solidFill>
                <a:effectLst/>
                <a:latin typeface="Source Code Pro" panose="020B0509030403020204" pitchFamily="49" charset="0"/>
                <a:ea typeface="Source Code Pro" panose="020B0509030403020204" pitchFamily="49" charset="0"/>
                <a:cs typeface="Source Code Pro" panose="020B0509030403020204" pitchFamily="49" charset="0"/>
              </a:rPr>
              <a:t>Las listas simples pueden ocupar más memoria que otras estructuras de datos, como los arreglos.</a:t>
            </a:r>
          </a:p>
          <a:p>
            <a:pPr marL="0" marR="0" indent="0" algn="l" rtl="0">
              <a:lnSpc>
                <a:spcPct val="115000"/>
              </a:lnSpc>
              <a:spcBef>
                <a:spcPts val="0"/>
              </a:spcBef>
              <a:spcAft>
                <a:spcPts val="0"/>
              </a:spcAft>
            </a:pPr>
            <a:endParaRPr lang="es-MX" sz="1600" b="0" i="0" dirty="0">
              <a:solidFill>
                <a:srgbClr val="E7E7E7"/>
              </a:solidFill>
              <a:effectLst/>
              <a:latin typeface="Source Code Pro" panose="020B0509030403020204" pitchFamily="49" charset="0"/>
              <a:ea typeface="Source Code Pro" panose="020B0509030403020204" pitchFamily="49" charset="0"/>
              <a:cs typeface="Source Code Pro" panose="020B0509030403020204" pitchFamily="49" charset="0"/>
            </a:endParaRPr>
          </a:p>
          <a:p>
            <a:pPr marL="285750" indent="-285750">
              <a:buFont typeface="Wingdings" panose="05000000000000000000" pitchFamily="2" charset="2"/>
              <a:buChar char="v"/>
            </a:pPr>
            <a:r>
              <a:rPr lang="es-MX" sz="1600" dirty="0"/>
              <a:t>Las listas simples pueden ser ineficientes para operaciones de ordenación. </a:t>
            </a:r>
            <a:endParaRPr lang="es-MX" sz="1600" b="0" i="0" dirty="0">
              <a:solidFill>
                <a:srgbClr val="E7E7E7"/>
              </a:solidFill>
              <a:effectLst/>
              <a:latin typeface="Source Code Pro" panose="020B0509030403020204" pitchFamily="49" charset="0"/>
              <a:ea typeface="Source Code Pro" panose="020B0509030403020204" pitchFamily="49" charset="0"/>
              <a:cs typeface="Source Code Pro" panose="020B0509030403020204" pitchFamily="49" charset="0"/>
            </a:endParaRPr>
          </a:p>
          <a:p>
            <a:pPr marL="285750" marR="0" indent="-285750" algn="l" rtl="0">
              <a:lnSpc>
                <a:spcPct val="115000"/>
              </a:lnSpc>
              <a:spcBef>
                <a:spcPts val="0"/>
              </a:spcBef>
              <a:spcAft>
                <a:spcPts val="0"/>
              </a:spcAft>
              <a:buFont typeface="Wingdings" panose="05000000000000000000" pitchFamily="2" charset="2"/>
              <a:buChar char="v"/>
            </a:pPr>
            <a:endParaRPr lang="es-MX" dirty="0">
              <a:solidFill>
                <a:srgbClr val="E7E7E7"/>
              </a:solidFill>
              <a:latin typeface="Source Code Pro" panose="020B0509030403020204" pitchFamily="49" charset="0"/>
              <a:ea typeface="Source Code Pro" panose="020B0509030403020204" pitchFamily="49" charset="0"/>
            </a:endParaRPr>
          </a:p>
          <a:p>
            <a:pPr marL="0" lvl="0" indent="0" algn="l" rtl="0">
              <a:spcBef>
                <a:spcPts val="0"/>
              </a:spcBef>
              <a:spcAft>
                <a:spcPts val="0"/>
              </a:spcAft>
              <a:buNone/>
            </a:pPr>
            <a:endParaRPr lang="es-MX" dirty="0"/>
          </a:p>
        </p:txBody>
      </p:sp>
      <p:pic>
        <p:nvPicPr>
          <p:cNvPr id="2" name="Imagen 1">
            <a:extLst>
              <a:ext uri="{FF2B5EF4-FFF2-40B4-BE49-F238E27FC236}">
                <a16:creationId xmlns:a16="http://schemas.microsoft.com/office/drawing/2014/main" id="{BE357065-5101-CEB5-6B2A-05EDE47496E0}"/>
              </a:ext>
            </a:extLst>
          </p:cNvPr>
          <p:cNvPicPr>
            <a:picLocks noChangeAspect="1"/>
          </p:cNvPicPr>
          <p:nvPr/>
        </p:nvPicPr>
        <p:blipFill>
          <a:blip r:embed="rId3"/>
          <a:stretch>
            <a:fillRect/>
          </a:stretch>
        </p:blipFill>
        <p:spPr>
          <a:xfrm>
            <a:off x="8316464" y="4222725"/>
            <a:ext cx="812698" cy="812698"/>
          </a:xfrm>
          <a:prstGeom prst="rect">
            <a:avLst/>
          </a:prstGeom>
        </p:spPr>
      </p:pic>
    </p:spTree>
    <p:extLst>
      <p:ext uri="{BB962C8B-B14F-4D97-AF65-F5344CB8AC3E}">
        <p14:creationId xmlns:p14="http://schemas.microsoft.com/office/powerpoint/2010/main" val="3458248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3"/>
          <p:cNvSpPr txBox="1">
            <a:spLocks noGrp="1"/>
          </p:cNvSpPr>
          <p:nvPr>
            <p:ph type="title"/>
          </p:nvPr>
        </p:nvSpPr>
        <p:spPr>
          <a:xfrm>
            <a:off x="716700" y="353464"/>
            <a:ext cx="7710600" cy="572700"/>
          </a:xfrm>
          <a:prstGeom prst="rect">
            <a:avLst/>
          </a:prstGeom>
        </p:spPr>
        <p:txBody>
          <a:bodyPr spcFirstLastPara="1" wrap="square" lIns="91425" tIns="91425" rIns="91425" bIns="91425" anchor="t" anchorCtr="0">
            <a:noAutofit/>
          </a:bodyPr>
          <a:lstStyle/>
          <a:p>
            <a:pPr lvl="0" algn="ctr" rtl="0">
              <a:spcBef>
                <a:spcPts val="0"/>
              </a:spcBef>
              <a:spcAft>
                <a:spcPts val="0"/>
              </a:spcAft>
            </a:pPr>
            <a:r>
              <a:rPr lang="en" dirty="0">
                <a:solidFill>
                  <a:srgbClr val="E6E6E3"/>
                </a:solidFill>
              </a:rPr>
              <a:t>&lt;/&gt;</a:t>
            </a:r>
            <a:r>
              <a:rPr lang="en" dirty="0">
                <a:solidFill>
                  <a:schemeClr val="accent4"/>
                </a:solidFill>
              </a:rPr>
              <a:t> Listas Dobles Enlazadas</a:t>
            </a:r>
            <a:endParaRPr dirty="0">
              <a:solidFill>
                <a:schemeClr val="accent4"/>
              </a:solidFill>
            </a:endParaRPr>
          </a:p>
        </p:txBody>
      </p:sp>
      <p:sp>
        <p:nvSpPr>
          <p:cNvPr id="309" name="Google Shape;309;p33"/>
          <p:cNvSpPr txBox="1">
            <a:spLocks noGrp="1"/>
          </p:cNvSpPr>
          <p:nvPr>
            <p:ph type="subTitle" idx="3"/>
          </p:nvPr>
        </p:nvSpPr>
        <p:spPr>
          <a:xfrm>
            <a:off x="2268377" y="1374226"/>
            <a:ext cx="6228924" cy="370444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sz="2000" dirty="0"/>
              <a:t>Una lista doble enlazada al igual que una lista simple  también sirve para almacenar elementos en una secuencia.</a:t>
            </a:r>
          </a:p>
          <a:p>
            <a:pPr marL="0" lvl="0" indent="0" algn="l" rtl="0">
              <a:spcBef>
                <a:spcPts val="0"/>
              </a:spcBef>
              <a:spcAft>
                <a:spcPts val="0"/>
              </a:spcAft>
              <a:buNone/>
            </a:pPr>
            <a:endParaRPr lang="es-MX" sz="1800" dirty="0"/>
          </a:p>
          <a:p>
            <a:pPr marL="0" lvl="0" indent="0" algn="l" rtl="0">
              <a:spcBef>
                <a:spcPts val="0"/>
              </a:spcBef>
              <a:spcAft>
                <a:spcPts val="0"/>
              </a:spcAft>
              <a:buNone/>
            </a:pPr>
            <a:endParaRPr lang="es-MX" sz="1800" dirty="0"/>
          </a:p>
          <a:p>
            <a:pPr marL="0" lvl="0" indent="0" algn="l" rtl="0">
              <a:spcBef>
                <a:spcPts val="0"/>
              </a:spcBef>
              <a:spcAft>
                <a:spcPts val="0"/>
              </a:spcAft>
              <a:buNone/>
            </a:pPr>
            <a:endParaRPr dirty="0"/>
          </a:p>
        </p:txBody>
      </p:sp>
      <p:grpSp>
        <p:nvGrpSpPr>
          <p:cNvPr id="316" name="Google Shape;316;p33"/>
          <p:cNvGrpSpPr/>
          <p:nvPr/>
        </p:nvGrpSpPr>
        <p:grpSpPr>
          <a:xfrm>
            <a:off x="186492" y="3044313"/>
            <a:ext cx="1782985" cy="2068877"/>
            <a:chOff x="358925" y="1867675"/>
            <a:chExt cx="2142175" cy="2736325"/>
          </a:xfrm>
        </p:grpSpPr>
        <p:sp>
          <p:nvSpPr>
            <p:cNvPr id="317" name="Google Shape;317;p33"/>
            <p:cNvSpPr/>
            <p:nvPr/>
          </p:nvSpPr>
          <p:spPr>
            <a:xfrm>
              <a:off x="358925" y="1876250"/>
              <a:ext cx="2910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 name="Google Shape;318;p33"/>
            <p:cNvSpPr/>
            <p:nvPr/>
          </p:nvSpPr>
          <p:spPr>
            <a:xfrm>
              <a:off x="757650" y="1867675"/>
              <a:ext cx="291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 name="Google Shape;319;p33"/>
            <p:cNvSpPr/>
            <p:nvPr/>
          </p:nvSpPr>
          <p:spPr>
            <a:xfrm>
              <a:off x="358925" y="2188475"/>
              <a:ext cx="2910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 name="Google Shape;320;p33"/>
            <p:cNvSpPr/>
            <p:nvPr/>
          </p:nvSpPr>
          <p:spPr>
            <a:xfrm>
              <a:off x="358925" y="2515188"/>
              <a:ext cx="2910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 name="Google Shape;321;p33"/>
            <p:cNvSpPr/>
            <p:nvPr/>
          </p:nvSpPr>
          <p:spPr>
            <a:xfrm>
              <a:off x="358925" y="2841925"/>
              <a:ext cx="2910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 name="Google Shape;322;p33"/>
            <p:cNvSpPr/>
            <p:nvPr/>
          </p:nvSpPr>
          <p:spPr>
            <a:xfrm>
              <a:off x="709062" y="2841925"/>
              <a:ext cx="2979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3" name="Google Shape;323;p33"/>
            <p:cNvSpPr/>
            <p:nvPr/>
          </p:nvSpPr>
          <p:spPr>
            <a:xfrm>
              <a:off x="1059518" y="2841925"/>
              <a:ext cx="2328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4" name="Google Shape;324;p33"/>
            <p:cNvSpPr/>
            <p:nvPr/>
          </p:nvSpPr>
          <p:spPr>
            <a:xfrm>
              <a:off x="358925" y="3152500"/>
              <a:ext cx="2685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5" name="Google Shape;325;p33"/>
            <p:cNvSpPr/>
            <p:nvPr/>
          </p:nvSpPr>
          <p:spPr>
            <a:xfrm>
              <a:off x="358925" y="3495350"/>
              <a:ext cx="2685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6" name="Google Shape;326;p33"/>
            <p:cNvSpPr/>
            <p:nvPr/>
          </p:nvSpPr>
          <p:spPr>
            <a:xfrm>
              <a:off x="358925" y="3804275"/>
              <a:ext cx="2685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 name="Google Shape;327;p33"/>
            <p:cNvSpPr/>
            <p:nvPr/>
          </p:nvSpPr>
          <p:spPr>
            <a:xfrm>
              <a:off x="358925" y="4113200"/>
              <a:ext cx="268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8" name="Google Shape;328;p33"/>
            <p:cNvSpPr/>
            <p:nvPr/>
          </p:nvSpPr>
          <p:spPr>
            <a:xfrm>
              <a:off x="709062" y="3152500"/>
              <a:ext cx="214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9" name="Google Shape;329;p33"/>
            <p:cNvSpPr/>
            <p:nvPr/>
          </p:nvSpPr>
          <p:spPr>
            <a:xfrm>
              <a:off x="683525" y="3495350"/>
              <a:ext cx="2148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0" name="Google Shape;330;p33"/>
            <p:cNvSpPr/>
            <p:nvPr/>
          </p:nvSpPr>
          <p:spPr>
            <a:xfrm>
              <a:off x="709062" y="3804275"/>
              <a:ext cx="2148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1" name="Google Shape;331;p33"/>
            <p:cNvSpPr/>
            <p:nvPr/>
          </p:nvSpPr>
          <p:spPr>
            <a:xfrm>
              <a:off x="709062" y="4130163"/>
              <a:ext cx="2148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 name="Google Shape;332;p33"/>
            <p:cNvSpPr/>
            <p:nvPr/>
          </p:nvSpPr>
          <p:spPr>
            <a:xfrm>
              <a:off x="709062" y="4456050"/>
              <a:ext cx="2148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 name="Google Shape;333;p33"/>
            <p:cNvSpPr/>
            <p:nvPr/>
          </p:nvSpPr>
          <p:spPr>
            <a:xfrm>
              <a:off x="973809" y="3152500"/>
              <a:ext cx="4155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4" name="Google Shape;334;p33"/>
            <p:cNvSpPr/>
            <p:nvPr/>
          </p:nvSpPr>
          <p:spPr>
            <a:xfrm>
              <a:off x="973809" y="3495350"/>
              <a:ext cx="5802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5" name="Google Shape;335;p33"/>
            <p:cNvSpPr/>
            <p:nvPr/>
          </p:nvSpPr>
          <p:spPr>
            <a:xfrm>
              <a:off x="994246" y="3804275"/>
              <a:ext cx="6756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6" name="Google Shape;336;p33"/>
            <p:cNvSpPr/>
            <p:nvPr/>
          </p:nvSpPr>
          <p:spPr>
            <a:xfrm>
              <a:off x="994246" y="4148775"/>
              <a:ext cx="675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7" name="Google Shape;337;p33"/>
            <p:cNvSpPr/>
            <p:nvPr/>
          </p:nvSpPr>
          <p:spPr>
            <a:xfrm>
              <a:off x="994246" y="4456050"/>
              <a:ext cx="675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 name="Google Shape;338;p33"/>
            <p:cNvSpPr/>
            <p:nvPr/>
          </p:nvSpPr>
          <p:spPr>
            <a:xfrm>
              <a:off x="1439171" y="3152500"/>
              <a:ext cx="3783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9" name="Google Shape;339;p33"/>
            <p:cNvSpPr/>
            <p:nvPr/>
          </p:nvSpPr>
          <p:spPr>
            <a:xfrm>
              <a:off x="1629567" y="3478388"/>
              <a:ext cx="3783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0" name="Google Shape;340;p33"/>
            <p:cNvSpPr/>
            <p:nvPr/>
          </p:nvSpPr>
          <p:spPr>
            <a:xfrm>
              <a:off x="1740173" y="3804300"/>
              <a:ext cx="2328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1" name="Google Shape;341;p33"/>
            <p:cNvSpPr/>
            <p:nvPr/>
          </p:nvSpPr>
          <p:spPr>
            <a:xfrm>
              <a:off x="1740173" y="4456100"/>
              <a:ext cx="232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2" name="Google Shape;342;p33"/>
            <p:cNvSpPr/>
            <p:nvPr/>
          </p:nvSpPr>
          <p:spPr>
            <a:xfrm>
              <a:off x="757650" y="2182588"/>
              <a:ext cx="5802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3" name="Google Shape;343;p33"/>
            <p:cNvSpPr/>
            <p:nvPr/>
          </p:nvSpPr>
          <p:spPr>
            <a:xfrm>
              <a:off x="757650" y="2512250"/>
              <a:ext cx="5802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4" name="Google Shape;344;p33"/>
            <p:cNvSpPr/>
            <p:nvPr/>
          </p:nvSpPr>
          <p:spPr>
            <a:xfrm>
              <a:off x="1445575" y="2509300"/>
              <a:ext cx="297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5" name="Google Shape;345;p33"/>
            <p:cNvSpPr/>
            <p:nvPr/>
          </p:nvSpPr>
          <p:spPr>
            <a:xfrm>
              <a:off x="1344900" y="2841925"/>
              <a:ext cx="297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6" name="Google Shape;346;p33"/>
            <p:cNvSpPr/>
            <p:nvPr/>
          </p:nvSpPr>
          <p:spPr>
            <a:xfrm>
              <a:off x="1740250" y="4148775"/>
              <a:ext cx="4578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7" name="Google Shape;347;p33"/>
            <p:cNvSpPr/>
            <p:nvPr/>
          </p:nvSpPr>
          <p:spPr>
            <a:xfrm>
              <a:off x="2043300" y="4456050"/>
              <a:ext cx="4578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2" name="Imagen 1">
            <a:extLst>
              <a:ext uri="{FF2B5EF4-FFF2-40B4-BE49-F238E27FC236}">
                <a16:creationId xmlns:a16="http://schemas.microsoft.com/office/drawing/2014/main" id="{40D371FB-BADB-0152-2DD5-D282037AEB1D}"/>
              </a:ext>
            </a:extLst>
          </p:cNvPr>
          <p:cNvPicPr>
            <a:picLocks noChangeAspect="1"/>
          </p:cNvPicPr>
          <p:nvPr/>
        </p:nvPicPr>
        <p:blipFill>
          <a:blip r:embed="rId3"/>
          <a:stretch>
            <a:fillRect/>
          </a:stretch>
        </p:blipFill>
        <p:spPr>
          <a:xfrm>
            <a:off x="8245429" y="4222725"/>
            <a:ext cx="812698" cy="812698"/>
          </a:xfrm>
          <a:prstGeom prst="rect">
            <a:avLst/>
          </a:prstGeom>
        </p:spPr>
      </p:pic>
      <p:pic>
        <p:nvPicPr>
          <p:cNvPr id="2052" name="Picture 4" descr="C Con Clase | Estructuras de datos (cap5)">
            <a:extLst>
              <a:ext uri="{FF2B5EF4-FFF2-40B4-BE49-F238E27FC236}">
                <a16:creationId xmlns:a16="http://schemas.microsoft.com/office/drawing/2014/main" id="{18D98998-285D-A8F1-CC2E-75FA170AF0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5474" y="2945717"/>
            <a:ext cx="4153886" cy="12627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3527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3"/>
          <p:cNvSpPr txBox="1">
            <a:spLocks noGrp="1"/>
          </p:cNvSpPr>
          <p:nvPr>
            <p:ph type="title"/>
          </p:nvPr>
        </p:nvSpPr>
        <p:spPr>
          <a:xfrm>
            <a:off x="39841" y="771567"/>
            <a:ext cx="2798660" cy="266296"/>
          </a:xfrm>
          <a:prstGeom prst="rect">
            <a:avLst/>
          </a:prstGeom>
        </p:spPr>
        <p:txBody>
          <a:bodyPr spcFirstLastPara="1" wrap="square" lIns="91425" tIns="91425" rIns="91425" bIns="91425" anchor="t" anchorCtr="0">
            <a:noAutofit/>
          </a:bodyPr>
          <a:lstStyle/>
          <a:p>
            <a:pPr lvl="0" algn="ctr" rtl="0">
              <a:spcBef>
                <a:spcPts val="0"/>
              </a:spcBef>
              <a:spcAft>
                <a:spcPts val="0"/>
              </a:spcAft>
            </a:pPr>
            <a:r>
              <a:rPr lang="en" sz="1200" dirty="0">
                <a:solidFill>
                  <a:srgbClr val="E6E6E3"/>
                </a:solidFill>
              </a:rPr>
              <a:t>&lt;/&gt;</a:t>
            </a:r>
            <a:r>
              <a:rPr lang="en" sz="1200" dirty="0">
                <a:solidFill>
                  <a:schemeClr val="accent4"/>
                </a:solidFill>
              </a:rPr>
              <a:t> Listas Dobles Enlazadas</a:t>
            </a:r>
            <a:endParaRPr sz="1200" dirty="0">
              <a:solidFill>
                <a:schemeClr val="accent4"/>
              </a:solidFill>
            </a:endParaRPr>
          </a:p>
        </p:txBody>
      </p:sp>
      <p:sp>
        <p:nvSpPr>
          <p:cNvPr id="309" name="Google Shape;309;p33"/>
          <p:cNvSpPr txBox="1">
            <a:spLocks noGrp="1"/>
          </p:cNvSpPr>
          <p:nvPr>
            <p:ph type="subTitle" idx="3"/>
          </p:nvPr>
        </p:nvSpPr>
        <p:spPr>
          <a:xfrm>
            <a:off x="439382" y="1330975"/>
            <a:ext cx="7946724" cy="370444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s-MX" sz="2000" dirty="0"/>
          </a:p>
          <a:p>
            <a:pPr marL="0" lvl="0" indent="0" algn="l" rtl="0">
              <a:spcBef>
                <a:spcPts val="0"/>
              </a:spcBef>
              <a:spcAft>
                <a:spcPts val="0"/>
              </a:spcAft>
              <a:buNone/>
            </a:pPr>
            <a:r>
              <a:rPr lang="es-MX" sz="2000" dirty="0"/>
              <a:t> Los elementos se almacenan en nodos conectados por enlaces, que contienen el dato, enlaces al nodo anterior y siguiente. Puede recorrerse en ambos sentidos y permite inserciones y eliminaciones en cualquier posición.</a:t>
            </a:r>
          </a:p>
          <a:p>
            <a:pPr marL="0" lvl="0" indent="0" algn="l" rtl="0">
              <a:spcBef>
                <a:spcPts val="0"/>
              </a:spcBef>
              <a:spcAft>
                <a:spcPts val="0"/>
              </a:spcAft>
              <a:buNone/>
            </a:pPr>
            <a:endParaRPr dirty="0"/>
          </a:p>
        </p:txBody>
      </p:sp>
      <p:pic>
        <p:nvPicPr>
          <p:cNvPr id="2" name="Imagen 1">
            <a:extLst>
              <a:ext uri="{FF2B5EF4-FFF2-40B4-BE49-F238E27FC236}">
                <a16:creationId xmlns:a16="http://schemas.microsoft.com/office/drawing/2014/main" id="{40D371FB-BADB-0152-2DD5-D282037AEB1D}"/>
              </a:ext>
            </a:extLst>
          </p:cNvPr>
          <p:cNvPicPr>
            <a:picLocks noChangeAspect="1"/>
          </p:cNvPicPr>
          <p:nvPr/>
        </p:nvPicPr>
        <p:blipFill>
          <a:blip r:embed="rId3"/>
          <a:stretch>
            <a:fillRect/>
          </a:stretch>
        </p:blipFill>
        <p:spPr>
          <a:xfrm>
            <a:off x="8245429" y="4222725"/>
            <a:ext cx="812698" cy="812698"/>
          </a:xfrm>
          <a:prstGeom prst="rect">
            <a:avLst/>
          </a:prstGeom>
        </p:spPr>
      </p:pic>
    </p:spTree>
    <p:extLst>
      <p:ext uri="{BB962C8B-B14F-4D97-AF65-F5344CB8AC3E}">
        <p14:creationId xmlns:p14="http://schemas.microsoft.com/office/powerpoint/2010/main" val="37444648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grpSp>
        <p:nvGrpSpPr>
          <p:cNvPr id="316" name="Google Shape;316;p33"/>
          <p:cNvGrpSpPr/>
          <p:nvPr/>
        </p:nvGrpSpPr>
        <p:grpSpPr>
          <a:xfrm>
            <a:off x="85873" y="2770890"/>
            <a:ext cx="1622347" cy="2372610"/>
            <a:chOff x="358925" y="1867675"/>
            <a:chExt cx="2142175" cy="2736325"/>
          </a:xfrm>
        </p:grpSpPr>
        <p:sp>
          <p:nvSpPr>
            <p:cNvPr id="317" name="Google Shape;317;p33"/>
            <p:cNvSpPr/>
            <p:nvPr/>
          </p:nvSpPr>
          <p:spPr>
            <a:xfrm>
              <a:off x="358925" y="1876250"/>
              <a:ext cx="2910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 name="Google Shape;318;p33"/>
            <p:cNvSpPr/>
            <p:nvPr/>
          </p:nvSpPr>
          <p:spPr>
            <a:xfrm>
              <a:off x="757650" y="1867675"/>
              <a:ext cx="291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 name="Google Shape;319;p33"/>
            <p:cNvSpPr/>
            <p:nvPr/>
          </p:nvSpPr>
          <p:spPr>
            <a:xfrm>
              <a:off x="358925" y="2188475"/>
              <a:ext cx="2910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 name="Google Shape;320;p33"/>
            <p:cNvSpPr/>
            <p:nvPr/>
          </p:nvSpPr>
          <p:spPr>
            <a:xfrm>
              <a:off x="358925" y="2515188"/>
              <a:ext cx="2910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 name="Google Shape;321;p33"/>
            <p:cNvSpPr/>
            <p:nvPr/>
          </p:nvSpPr>
          <p:spPr>
            <a:xfrm>
              <a:off x="358925" y="2841925"/>
              <a:ext cx="2910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 name="Google Shape;322;p33"/>
            <p:cNvSpPr/>
            <p:nvPr/>
          </p:nvSpPr>
          <p:spPr>
            <a:xfrm>
              <a:off x="709062" y="2841925"/>
              <a:ext cx="2979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3" name="Google Shape;323;p33"/>
            <p:cNvSpPr/>
            <p:nvPr/>
          </p:nvSpPr>
          <p:spPr>
            <a:xfrm>
              <a:off x="1059518" y="2841925"/>
              <a:ext cx="2328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4" name="Google Shape;324;p33"/>
            <p:cNvSpPr/>
            <p:nvPr/>
          </p:nvSpPr>
          <p:spPr>
            <a:xfrm>
              <a:off x="358925" y="3152500"/>
              <a:ext cx="2685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5" name="Google Shape;325;p33"/>
            <p:cNvSpPr/>
            <p:nvPr/>
          </p:nvSpPr>
          <p:spPr>
            <a:xfrm>
              <a:off x="358925" y="3495350"/>
              <a:ext cx="2685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6" name="Google Shape;326;p33"/>
            <p:cNvSpPr/>
            <p:nvPr/>
          </p:nvSpPr>
          <p:spPr>
            <a:xfrm>
              <a:off x="358925" y="3804275"/>
              <a:ext cx="2685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 name="Google Shape;327;p33"/>
            <p:cNvSpPr/>
            <p:nvPr/>
          </p:nvSpPr>
          <p:spPr>
            <a:xfrm>
              <a:off x="358925" y="4113200"/>
              <a:ext cx="268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8" name="Google Shape;328;p33"/>
            <p:cNvSpPr/>
            <p:nvPr/>
          </p:nvSpPr>
          <p:spPr>
            <a:xfrm>
              <a:off x="709062" y="3152500"/>
              <a:ext cx="214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9" name="Google Shape;329;p33"/>
            <p:cNvSpPr/>
            <p:nvPr/>
          </p:nvSpPr>
          <p:spPr>
            <a:xfrm>
              <a:off x="683525" y="3495350"/>
              <a:ext cx="2148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0" name="Google Shape;330;p33"/>
            <p:cNvSpPr/>
            <p:nvPr/>
          </p:nvSpPr>
          <p:spPr>
            <a:xfrm>
              <a:off x="709062" y="3804275"/>
              <a:ext cx="2148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1" name="Google Shape;331;p33"/>
            <p:cNvSpPr/>
            <p:nvPr/>
          </p:nvSpPr>
          <p:spPr>
            <a:xfrm>
              <a:off x="709062" y="4130163"/>
              <a:ext cx="2148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 name="Google Shape;332;p33"/>
            <p:cNvSpPr/>
            <p:nvPr/>
          </p:nvSpPr>
          <p:spPr>
            <a:xfrm>
              <a:off x="709062" y="4456050"/>
              <a:ext cx="2148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 name="Google Shape;333;p33"/>
            <p:cNvSpPr/>
            <p:nvPr/>
          </p:nvSpPr>
          <p:spPr>
            <a:xfrm>
              <a:off x="973809" y="3152500"/>
              <a:ext cx="4155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4" name="Google Shape;334;p33"/>
            <p:cNvSpPr/>
            <p:nvPr/>
          </p:nvSpPr>
          <p:spPr>
            <a:xfrm>
              <a:off x="973809" y="3495350"/>
              <a:ext cx="5802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5" name="Google Shape;335;p33"/>
            <p:cNvSpPr/>
            <p:nvPr/>
          </p:nvSpPr>
          <p:spPr>
            <a:xfrm>
              <a:off x="994246" y="3804275"/>
              <a:ext cx="6756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6" name="Google Shape;336;p33"/>
            <p:cNvSpPr/>
            <p:nvPr/>
          </p:nvSpPr>
          <p:spPr>
            <a:xfrm>
              <a:off x="994246" y="4148775"/>
              <a:ext cx="675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7" name="Google Shape;337;p33"/>
            <p:cNvSpPr/>
            <p:nvPr/>
          </p:nvSpPr>
          <p:spPr>
            <a:xfrm>
              <a:off x="994246" y="4456050"/>
              <a:ext cx="675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 name="Google Shape;338;p33"/>
            <p:cNvSpPr/>
            <p:nvPr/>
          </p:nvSpPr>
          <p:spPr>
            <a:xfrm>
              <a:off x="1439171" y="3152500"/>
              <a:ext cx="3783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9" name="Google Shape;339;p33"/>
            <p:cNvSpPr/>
            <p:nvPr/>
          </p:nvSpPr>
          <p:spPr>
            <a:xfrm>
              <a:off x="1629567" y="3478388"/>
              <a:ext cx="3783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0" name="Google Shape;340;p33"/>
            <p:cNvSpPr/>
            <p:nvPr/>
          </p:nvSpPr>
          <p:spPr>
            <a:xfrm>
              <a:off x="1740173" y="3804300"/>
              <a:ext cx="2328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1" name="Google Shape;341;p33"/>
            <p:cNvSpPr/>
            <p:nvPr/>
          </p:nvSpPr>
          <p:spPr>
            <a:xfrm>
              <a:off x="1740173" y="4456100"/>
              <a:ext cx="232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2" name="Google Shape;342;p33"/>
            <p:cNvSpPr/>
            <p:nvPr/>
          </p:nvSpPr>
          <p:spPr>
            <a:xfrm>
              <a:off x="757650" y="2182588"/>
              <a:ext cx="5802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3" name="Google Shape;343;p33"/>
            <p:cNvSpPr/>
            <p:nvPr/>
          </p:nvSpPr>
          <p:spPr>
            <a:xfrm>
              <a:off x="757650" y="2512250"/>
              <a:ext cx="5802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4" name="Google Shape;344;p33"/>
            <p:cNvSpPr/>
            <p:nvPr/>
          </p:nvSpPr>
          <p:spPr>
            <a:xfrm>
              <a:off x="1445575" y="2509300"/>
              <a:ext cx="297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5" name="Google Shape;345;p33"/>
            <p:cNvSpPr/>
            <p:nvPr/>
          </p:nvSpPr>
          <p:spPr>
            <a:xfrm>
              <a:off x="1344900" y="2841925"/>
              <a:ext cx="297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6" name="Google Shape;346;p33"/>
            <p:cNvSpPr/>
            <p:nvPr/>
          </p:nvSpPr>
          <p:spPr>
            <a:xfrm>
              <a:off x="1740250" y="4148775"/>
              <a:ext cx="4578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7" name="Google Shape;347;p33"/>
            <p:cNvSpPr/>
            <p:nvPr/>
          </p:nvSpPr>
          <p:spPr>
            <a:xfrm>
              <a:off x="2043300" y="4456050"/>
              <a:ext cx="4578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309" name="Google Shape;309;p33"/>
          <p:cNvSpPr txBox="1">
            <a:spLocks noGrp="1"/>
          </p:cNvSpPr>
          <p:nvPr>
            <p:ph type="subTitle" idx="3"/>
          </p:nvPr>
        </p:nvSpPr>
        <p:spPr>
          <a:xfrm>
            <a:off x="992593" y="1330975"/>
            <a:ext cx="7600821" cy="25841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sz="2000" dirty="0"/>
              <a:t>Las listas dobles también se pueden insertar y eliminar elementos en cualquier parte de la lista, lo que las hace más eficientes que las listas simples, que solo se pueden insertar y eliminar elementos al principio o al final de la lista.</a:t>
            </a:r>
            <a:endParaRPr sz="2000" dirty="0"/>
          </a:p>
        </p:txBody>
      </p:sp>
      <p:pic>
        <p:nvPicPr>
          <p:cNvPr id="2" name="Imagen 1">
            <a:extLst>
              <a:ext uri="{FF2B5EF4-FFF2-40B4-BE49-F238E27FC236}">
                <a16:creationId xmlns:a16="http://schemas.microsoft.com/office/drawing/2014/main" id="{40D371FB-BADB-0152-2DD5-D282037AEB1D}"/>
              </a:ext>
            </a:extLst>
          </p:cNvPr>
          <p:cNvPicPr>
            <a:picLocks noChangeAspect="1"/>
          </p:cNvPicPr>
          <p:nvPr/>
        </p:nvPicPr>
        <p:blipFill>
          <a:blip r:embed="rId3"/>
          <a:stretch>
            <a:fillRect/>
          </a:stretch>
        </p:blipFill>
        <p:spPr>
          <a:xfrm>
            <a:off x="8245429" y="4222725"/>
            <a:ext cx="812698" cy="812698"/>
          </a:xfrm>
          <a:prstGeom prst="rect">
            <a:avLst/>
          </a:prstGeom>
        </p:spPr>
      </p:pic>
      <p:sp>
        <p:nvSpPr>
          <p:cNvPr id="5" name="Google Shape;306;p33">
            <a:extLst>
              <a:ext uri="{FF2B5EF4-FFF2-40B4-BE49-F238E27FC236}">
                <a16:creationId xmlns:a16="http://schemas.microsoft.com/office/drawing/2014/main" id="{43EB61AF-6105-A90F-6BFB-A2C7B09C429D}"/>
              </a:ext>
            </a:extLst>
          </p:cNvPr>
          <p:cNvSpPr txBox="1">
            <a:spLocks noGrp="1"/>
          </p:cNvSpPr>
          <p:nvPr>
            <p:ph type="title"/>
          </p:nvPr>
        </p:nvSpPr>
        <p:spPr>
          <a:xfrm>
            <a:off x="39841" y="771567"/>
            <a:ext cx="2798660" cy="266296"/>
          </a:xfrm>
          <a:prstGeom prst="rect">
            <a:avLst/>
          </a:prstGeom>
        </p:spPr>
        <p:txBody>
          <a:bodyPr spcFirstLastPara="1" wrap="square" lIns="91425" tIns="91425" rIns="91425" bIns="91425" anchor="t" anchorCtr="0">
            <a:noAutofit/>
          </a:bodyPr>
          <a:lstStyle/>
          <a:p>
            <a:pPr lvl="0" algn="ctr" rtl="0">
              <a:spcBef>
                <a:spcPts val="0"/>
              </a:spcBef>
              <a:spcAft>
                <a:spcPts val="0"/>
              </a:spcAft>
            </a:pPr>
            <a:r>
              <a:rPr lang="en" sz="1200" dirty="0">
                <a:solidFill>
                  <a:srgbClr val="E6E6E3"/>
                </a:solidFill>
              </a:rPr>
              <a:t>&lt;/&gt;</a:t>
            </a:r>
            <a:r>
              <a:rPr lang="en" sz="1200" dirty="0">
                <a:solidFill>
                  <a:schemeClr val="accent4"/>
                </a:solidFill>
              </a:rPr>
              <a:t> Listas Dobles Enlazadas</a:t>
            </a:r>
            <a:endParaRPr sz="1200" dirty="0">
              <a:solidFill>
                <a:schemeClr val="accent4"/>
              </a:solidFill>
            </a:endParaRPr>
          </a:p>
        </p:txBody>
      </p:sp>
    </p:spTree>
    <p:extLst>
      <p:ext uri="{BB962C8B-B14F-4D97-AF65-F5344CB8AC3E}">
        <p14:creationId xmlns:p14="http://schemas.microsoft.com/office/powerpoint/2010/main" val="699286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3"/>
          <p:cNvSpPr txBox="1">
            <a:spLocks noGrp="1"/>
          </p:cNvSpPr>
          <p:nvPr>
            <p:ph type="title"/>
          </p:nvPr>
        </p:nvSpPr>
        <p:spPr>
          <a:xfrm>
            <a:off x="-375379" y="632141"/>
            <a:ext cx="3858775" cy="278871"/>
          </a:xfrm>
          <a:prstGeom prst="rect">
            <a:avLst/>
          </a:prstGeom>
        </p:spPr>
        <p:txBody>
          <a:bodyPr spcFirstLastPara="1" wrap="square" lIns="91425" tIns="91425" rIns="91425" bIns="91425" anchor="t" anchorCtr="0">
            <a:noAutofit/>
          </a:bodyPr>
          <a:lstStyle/>
          <a:p>
            <a:pPr lvl="0" algn="ctr" rtl="0">
              <a:spcBef>
                <a:spcPts val="0"/>
              </a:spcBef>
              <a:spcAft>
                <a:spcPts val="0"/>
              </a:spcAft>
            </a:pPr>
            <a:r>
              <a:rPr lang="en" sz="1800" dirty="0">
                <a:solidFill>
                  <a:srgbClr val="E6E6E3"/>
                </a:solidFill>
              </a:rPr>
              <a:t>&lt;/&gt;</a:t>
            </a:r>
            <a:r>
              <a:rPr lang="en" sz="1800" dirty="0">
                <a:solidFill>
                  <a:schemeClr val="accent4"/>
                </a:solidFill>
              </a:rPr>
              <a:t> </a:t>
            </a:r>
            <a:r>
              <a:rPr lang="en" sz="1200" dirty="0">
                <a:solidFill>
                  <a:schemeClr val="accent4"/>
                </a:solidFill>
              </a:rPr>
              <a:t>Listas Dobles Enlazadas</a:t>
            </a:r>
            <a:endParaRPr sz="1800" dirty="0">
              <a:solidFill>
                <a:schemeClr val="accent4"/>
              </a:solidFill>
            </a:endParaRPr>
          </a:p>
        </p:txBody>
      </p:sp>
      <p:sp>
        <p:nvSpPr>
          <p:cNvPr id="309" name="Google Shape;309;p33"/>
          <p:cNvSpPr txBox="1">
            <a:spLocks noGrp="1"/>
          </p:cNvSpPr>
          <p:nvPr>
            <p:ph type="subTitle" idx="3"/>
          </p:nvPr>
        </p:nvSpPr>
        <p:spPr>
          <a:xfrm>
            <a:off x="1830089" y="1119856"/>
            <a:ext cx="6947338" cy="339140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pPr>
            <a:r>
              <a:rPr lang="es-MX" sz="2000" dirty="0"/>
              <a:t>Ventajas </a:t>
            </a:r>
          </a:p>
          <a:p>
            <a:pPr marL="285750" lvl="0" indent="-285750" algn="l" rtl="0">
              <a:spcBef>
                <a:spcPts val="0"/>
              </a:spcBef>
              <a:spcAft>
                <a:spcPts val="0"/>
              </a:spcAft>
              <a:buFont typeface="Wingdings" panose="05000000000000000000" pitchFamily="2" charset="2"/>
              <a:buChar char="v"/>
            </a:pPr>
            <a:r>
              <a:rPr lang="es-MX" sz="2000" dirty="0"/>
              <a:t>Son más eficientes para insertar y eliminar elementos de la lista. </a:t>
            </a:r>
          </a:p>
          <a:p>
            <a:pPr marL="285750" indent="-285750">
              <a:buFont typeface="Wingdings" panose="05000000000000000000" pitchFamily="2" charset="2"/>
              <a:buChar char="v"/>
            </a:pPr>
            <a:r>
              <a:rPr lang="es-MX" sz="2000" dirty="0"/>
              <a:t>Son más versátiles. </a:t>
            </a:r>
          </a:p>
          <a:p>
            <a:pPr marL="285750" indent="-285750">
              <a:buFont typeface="Wingdings" panose="05000000000000000000" pitchFamily="2" charset="2"/>
              <a:buChar char="v"/>
            </a:pPr>
            <a:r>
              <a:rPr lang="es-MX" sz="2000" dirty="0"/>
              <a:t>Son más fáciles de implementar y de depurar.</a:t>
            </a:r>
          </a:p>
          <a:p>
            <a:pPr marL="0" lvl="0" indent="0" algn="l" rtl="0">
              <a:spcBef>
                <a:spcPts val="0"/>
              </a:spcBef>
              <a:spcAft>
                <a:spcPts val="0"/>
              </a:spcAft>
            </a:pPr>
            <a:endParaRPr lang="es-MX" dirty="0"/>
          </a:p>
        </p:txBody>
      </p:sp>
      <p:grpSp>
        <p:nvGrpSpPr>
          <p:cNvPr id="316" name="Google Shape;316;p33"/>
          <p:cNvGrpSpPr/>
          <p:nvPr/>
        </p:nvGrpSpPr>
        <p:grpSpPr>
          <a:xfrm>
            <a:off x="173298" y="1867628"/>
            <a:ext cx="1764515" cy="2643684"/>
            <a:chOff x="358925" y="1867675"/>
            <a:chExt cx="2142175" cy="2736325"/>
          </a:xfrm>
        </p:grpSpPr>
        <p:sp>
          <p:nvSpPr>
            <p:cNvPr id="317" name="Google Shape;317;p33"/>
            <p:cNvSpPr/>
            <p:nvPr/>
          </p:nvSpPr>
          <p:spPr>
            <a:xfrm>
              <a:off x="358925" y="1876250"/>
              <a:ext cx="2910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 name="Google Shape;318;p33"/>
            <p:cNvSpPr/>
            <p:nvPr/>
          </p:nvSpPr>
          <p:spPr>
            <a:xfrm>
              <a:off x="757650" y="1867675"/>
              <a:ext cx="291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 name="Google Shape;319;p33"/>
            <p:cNvSpPr/>
            <p:nvPr/>
          </p:nvSpPr>
          <p:spPr>
            <a:xfrm>
              <a:off x="358925" y="2188475"/>
              <a:ext cx="2910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 name="Google Shape;320;p33"/>
            <p:cNvSpPr/>
            <p:nvPr/>
          </p:nvSpPr>
          <p:spPr>
            <a:xfrm>
              <a:off x="358925" y="2515188"/>
              <a:ext cx="2910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 name="Google Shape;321;p33"/>
            <p:cNvSpPr/>
            <p:nvPr/>
          </p:nvSpPr>
          <p:spPr>
            <a:xfrm>
              <a:off x="358925" y="2841925"/>
              <a:ext cx="2910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 name="Google Shape;322;p33"/>
            <p:cNvSpPr/>
            <p:nvPr/>
          </p:nvSpPr>
          <p:spPr>
            <a:xfrm>
              <a:off x="709062" y="2841925"/>
              <a:ext cx="2979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3" name="Google Shape;323;p33"/>
            <p:cNvSpPr/>
            <p:nvPr/>
          </p:nvSpPr>
          <p:spPr>
            <a:xfrm>
              <a:off x="1059518" y="2841925"/>
              <a:ext cx="2328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4" name="Google Shape;324;p33"/>
            <p:cNvSpPr/>
            <p:nvPr/>
          </p:nvSpPr>
          <p:spPr>
            <a:xfrm>
              <a:off x="358925" y="3152500"/>
              <a:ext cx="2685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5" name="Google Shape;325;p33"/>
            <p:cNvSpPr/>
            <p:nvPr/>
          </p:nvSpPr>
          <p:spPr>
            <a:xfrm>
              <a:off x="358925" y="3495350"/>
              <a:ext cx="2685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6" name="Google Shape;326;p33"/>
            <p:cNvSpPr/>
            <p:nvPr/>
          </p:nvSpPr>
          <p:spPr>
            <a:xfrm>
              <a:off x="358925" y="3804275"/>
              <a:ext cx="2685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 name="Google Shape;327;p33"/>
            <p:cNvSpPr/>
            <p:nvPr/>
          </p:nvSpPr>
          <p:spPr>
            <a:xfrm>
              <a:off x="358925" y="4113200"/>
              <a:ext cx="268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8" name="Google Shape;328;p33"/>
            <p:cNvSpPr/>
            <p:nvPr/>
          </p:nvSpPr>
          <p:spPr>
            <a:xfrm>
              <a:off x="709062" y="3152500"/>
              <a:ext cx="214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9" name="Google Shape;329;p33"/>
            <p:cNvSpPr/>
            <p:nvPr/>
          </p:nvSpPr>
          <p:spPr>
            <a:xfrm>
              <a:off x="683525" y="3495350"/>
              <a:ext cx="2148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0" name="Google Shape;330;p33"/>
            <p:cNvSpPr/>
            <p:nvPr/>
          </p:nvSpPr>
          <p:spPr>
            <a:xfrm>
              <a:off x="709062" y="3804275"/>
              <a:ext cx="2148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1" name="Google Shape;331;p33"/>
            <p:cNvSpPr/>
            <p:nvPr/>
          </p:nvSpPr>
          <p:spPr>
            <a:xfrm>
              <a:off x="709062" y="4130163"/>
              <a:ext cx="2148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 name="Google Shape;332;p33"/>
            <p:cNvSpPr/>
            <p:nvPr/>
          </p:nvSpPr>
          <p:spPr>
            <a:xfrm>
              <a:off x="709062" y="4456050"/>
              <a:ext cx="2148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 name="Google Shape;333;p33"/>
            <p:cNvSpPr/>
            <p:nvPr/>
          </p:nvSpPr>
          <p:spPr>
            <a:xfrm>
              <a:off x="973809" y="3152500"/>
              <a:ext cx="4155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4" name="Google Shape;334;p33"/>
            <p:cNvSpPr/>
            <p:nvPr/>
          </p:nvSpPr>
          <p:spPr>
            <a:xfrm>
              <a:off x="973809" y="3495350"/>
              <a:ext cx="5802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5" name="Google Shape;335;p33"/>
            <p:cNvSpPr/>
            <p:nvPr/>
          </p:nvSpPr>
          <p:spPr>
            <a:xfrm>
              <a:off x="994246" y="3804275"/>
              <a:ext cx="6756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6" name="Google Shape;336;p33"/>
            <p:cNvSpPr/>
            <p:nvPr/>
          </p:nvSpPr>
          <p:spPr>
            <a:xfrm>
              <a:off x="994246" y="4148775"/>
              <a:ext cx="675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7" name="Google Shape;337;p33"/>
            <p:cNvSpPr/>
            <p:nvPr/>
          </p:nvSpPr>
          <p:spPr>
            <a:xfrm>
              <a:off x="994246" y="4456050"/>
              <a:ext cx="675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 name="Google Shape;338;p33"/>
            <p:cNvSpPr/>
            <p:nvPr/>
          </p:nvSpPr>
          <p:spPr>
            <a:xfrm>
              <a:off x="1439171" y="3152500"/>
              <a:ext cx="3783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9" name="Google Shape;339;p33"/>
            <p:cNvSpPr/>
            <p:nvPr/>
          </p:nvSpPr>
          <p:spPr>
            <a:xfrm>
              <a:off x="1629567" y="3478388"/>
              <a:ext cx="3783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0" name="Google Shape;340;p33"/>
            <p:cNvSpPr/>
            <p:nvPr/>
          </p:nvSpPr>
          <p:spPr>
            <a:xfrm>
              <a:off x="1740173" y="3804300"/>
              <a:ext cx="2328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1" name="Google Shape;341;p33"/>
            <p:cNvSpPr/>
            <p:nvPr/>
          </p:nvSpPr>
          <p:spPr>
            <a:xfrm>
              <a:off x="1740173" y="4456100"/>
              <a:ext cx="232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2" name="Google Shape;342;p33"/>
            <p:cNvSpPr/>
            <p:nvPr/>
          </p:nvSpPr>
          <p:spPr>
            <a:xfrm>
              <a:off x="757650" y="2182588"/>
              <a:ext cx="5802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3" name="Google Shape;343;p33"/>
            <p:cNvSpPr/>
            <p:nvPr/>
          </p:nvSpPr>
          <p:spPr>
            <a:xfrm>
              <a:off x="757650" y="2512250"/>
              <a:ext cx="5802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4" name="Google Shape;344;p33"/>
            <p:cNvSpPr/>
            <p:nvPr/>
          </p:nvSpPr>
          <p:spPr>
            <a:xfrm>
              <a:off x="1445575" y="2509300"/>
              <a:ext cx="297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5" name="Google Shape;345;p33"/>
            <p:cNvSpPr/>
            <p:nvPr/>
          </p:nvSpPr>
          <p:spPr>
            <a:xfrm>
              <a:off x="1344900" y="2841925"/>
              <a:ext cx="297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6" name="Google Shape;346;p33"/>
            <p:cNvSpPr/>
            <p:nvPr/>
          </p:nvSpPr>
          <p:spPr>
            <a:xfrm>
              <a:off x="1740250" y="4148775"/>
              <a:ext cx="4578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7" name="Google Shape;347;p33"/>
            <p:cNvSpPr/>
            <p:nvPr/>
          </p:nvSpPr>
          <p:spPr>
            <a:xfrm>
              <a:off x="2043300" y="4456050"/>
              <a:ext cx="4578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2" name="Imagen 1">
            <a:extLst>
              <a:ext uri="{FF2B5EF4-FFF2-40B4-BE49-F238E27FC236}">
                <a16:creationId xmlns:a16="http://schemas.microsoft.com/office/drawing/2014/main" id="{BE357065-5101-CEB5-6B2A-05EDE47496E0}"/>
              </a:ext>
            </a:extLst>
          </p:cNvPr>
          <p:cNvPicPr>
            <a:picLocks noChangeAspect="1"/>
          </p:cNvPicPr>
          <p:nvPr/>
        </p:nvPicPr>
        <p:blipFill>
          <a:blip r:embed="rId3"/>
          <a:stretch>
            <a:fillRect/>
          </a:stretch>
        </p:blipFill>
        <p:spPr>
          <a:xfrm>
            <a:off x="8316464" y="4222725"/>
            <a:ext cx="812698" cy="812698"/>
          </a:xfrm>
          <a:prstGeom prst="rect">
            <a:avLst/>
          </a:prstGeom>
        </p:spPr>
      </p:pic>
    </p:spTree>
    <p:extLst>
      <p:ext uri="{BB962C8B-B14F-4D97-AF65-F5344CB8AC3E}">
        <p14:creationId xmlns:p14="http://schemas.microsoft.com/office/powerpoint/2010/main" val="3110887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3"/>
          <p:cNvSpPr txBox="1">
            <a:spLocks noGrp="1"/>
          </p:cNvSpPr>
          <p:nvPr>
            <p:ph type="title"/>
          </p:nvPr>
        </p:nvSpPr>
        <p:spPr>
          <a:xfrm>
            <a:off x="-375379" y="632141"/>
            <a:ext cx="3858775" cy="278871"/>
          </a:xfrm>
          <a:prstGeom prst="rect">
            <a:avLst/>
          </a:prstGeom>
        </p:spPr>
        <p:txBody>
          <a:bodyPr spcFirstLastPara="1" wrap="square" lIns="91425" tIns="91425" rIns="91425" bIns="91425" anchor="t" anchorCtr="0">
            <a:noAutofit/>
          </a:bodyPr>
          <a:lstStyle/>
          <a:p>
            <a:pPr lvl="0" algn="ctr" rtl="0">
              <a:spcBef>
                <a:spcPts val="0"/>
              </a:spcBef>
              <a:spcAft>
                <a:spcPts val="0"/>
              </a:spcAft>
            </a:pPr>
            <a:r>
              <a:rPr lang="en" sz="1800" dirty="0">
                <a:solidFill>
                  <a:srgbClr val="E6E6E3"/>
                </a:solidFill>
              </a:rPr>
              <a:t>&lt;/&gt;</a:t>
            </a:r>
            <a:r>
              <a:rPr lang="en" sz="1800" dirty="0">
                <a:solidFill>
                  <a:schemeClr val="accent4"/>
                </a:solidFill>
              </a:rPr>
              <a:t> </a:t>
            </a:r>
            <a:r>
              <a:rPr lang="en" sz="1200" dirty="0">
                <a:solidFill>
                  <a:schemeClr val="accent4"/>
                </a:solidFill>
              </a:rPr>
              <a:t>Listas Dobles Enlazadas</a:t>
            </a:r>
            <a:endParaRPr sz="1800" dirty="0">
              <a:solidFill>
                <a:schemeClr val="accent4"/>
              </a:solidFill>
            </a:endParaRPr>
          </a:p>
        </p:txBody>
      </p:sp>
      <p:sp>
        <p:nvSpPr>
          <p:cNvPr id="309" name="Google Shape;309;p33"/>
          <p:cNvSpPr txBox="1">
            <a:spLocks noGrp="1"/>
          </p:cNvSpPr>
          <p:nvPr>
            <p:ph type="subTitle" idx="3"/>
          </p:nvPr>
        </p:nvSpPr>
        <p:spPr>
          <a:xfrm>
            <a:off x="241161" y="1362332"/>
            <a:ext cx="8192270" cy="3302596"/>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pPr>
            <a:r>
              <a:rPr lang="es-MX" sz="2000" dirty="0"/>
              <a:t>DESVENTAJAS </a:t>
            </a:r>
          </a:p>
          <a:p>
            <a:pPr marL="0" lvl="0" indent="0" algn="l" rtl="0">
              <a:spcBef>
                <a:spcPts val="0"/>
              </a:spcBef>
              <a:spcAft>
                <a:spcPts val="0"/>
              </a:spcAft>
            </a:pPr>
            <a:endParaRPr lang="es-MX" sz="2000" dirty="0"/>
          </a:p>
          <a:p>
            <a:pPr marL="285750" lvl="0" indent="-285750" algn="l" rtl="0">
              <a:spcBef>
                <a:spcPts val="0"/>
              </a:spcBef>
              <a:spcAft>
                <a:spcPts val="0"/>
              </a:spcAft>
              <a:buFont typeface="Wingdings" panose="05000000000000000000" pitchFamily="2" charset="2"/>
              <a:buChar char="v"/>
            </a:pPr>
            <a:r>
              <a:rPr lang="es-MX" sz="2000" dirty="0"/>
              <a:t>Pueden ocupar más memoria que las listas enlazadas simples. </a:t>
            </a:r>
          </a:p>
          <a:p>
            <a:pPr marL="285750" lvl="0" indent="-285750" algn="l" rtl="0">
              <a:spcBef>
                <a:spcPts val="0"/>
              </a:spcBef>
              <a:spcAft>
                <a:spcPts val="0"/>
              </a:spcAft>
              <a:buFont typeface="Wingdings" panose="05000000000000000000" pitchFamily="2" charset="2"/>
              <a:buChar char="v"/>
            </a:pPr>
            <a:r>
              <a:rPr kumimoji="0" lang="es-MX" sz="2000" b="0" i="0" u="none" strike="noStrike" kern="0" cap="none" spc="0" normalizeH="0" baseline="0" noProof="0" dirty="0">
                <a:ln>
                  <a:noFill/>
                </a:ln>
                <a:solidFill>
                  <a:srgbClr val="E7E7E7"/>
                </a:solidFill>
                <a:effectLst/>
                <a:uLnTx/>
                <a:uFillTx/>
                <a:latin typeface="Source Code Pro"/>
                <a:ea typeface="Source Code Pro"/>
                <a:sym typeface="Source Code Pro"/>
              </a:rPr>
              <a:t>Pueden ser ineficientes para operaciones de acceso aleatorio.</a:t>
            </a:r>
            <a:endParaRPr lang="es-MX" dirty="0"/>
          </a:p>
        </p:txBody>
      </p:sp>
      <p:pic>
        <p:nvPicPr>
          <p:cNvPr id="2" name="Imagen 1">
            <a:extLst>
              <a:ext uri="{FF2B5EF4-FFF2-40B4-BE49-F238E27FC236}">
                <a16:creationId xmlns:a16="http://schemas.microsoft.com/office/drawing/2014/main" id="{BE357065-5101-CEB5-6B2A-05EDE47496E0}"/>
              </a:ext>
            </a:extLst>
          </p:cNvPr>
          <p:cNvPicPr>
            <a:picLocks noChangeAspect="1"/>
          </p:cNvPicPr>
          <p:nvPr/>
        </p:nvPicPr>
        <p:blipFill>
          <a:blip r:embed="rId3"/>
          <a:stretch>
            <a:fillRect/>
          </a:stretch>
        </p:blipFill>
        <p:spPr>
          <a:xfrm>
            <a:off x="8316464" y="4222725"/>
            <a:ext cx="812698" cy="812698"/>
          </a:xfrm>
          <a:prstGeom prst="rect">
            <a:avLst/>
          </a:prstGeom>
        </p:spPr>
      </p:pic>
    </p:spTree>
    <p:extLst>
      <p:ext uri="{BB962C8B-B14F-4D97-AF65-F5344CB8AC3E}">
        <p14:creationId xmlns:p14="http://schemas.microsoft.com/office/powerpoint/2010/main" val="2493636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3"/>
          <p:cNvSpPr txBox="1">
            <a:spLocks noGrp="1"/>
          </p:cNvSpPr>
          <p:nvPr>
            <p:ph type="title"/>
          </p:nvPr>
        </p:nvSpPr>
        <p:spPr>
          <a:xfrm>
            <a:off x="-375379" y="632141"/>
            <a:ext cx="3858775" cy="278871"/>
          </a:xfrm>
          <a:prstGeom prst="rect">
            <a:avLst/>
          </a:prstGeom>
        </p:spPr>
        <p:txBody>
          <a:bodyPr spcFirstLastPara="1" wrap="square" lIns="91425" tIns="91425" rIns="91425" bIns="91425" anchor="t" anchorCtr="0">
            <a:noAutofit/>
          </a:bodyPr>
          <a:lstStyle/>
          <a:p>
            <a:pPr lvl="0" algn="ctr" rtl="0">
              <a:spcBef>
                <a:spcPts val="0"/>
              </a:spcBef>
              <a:spcAft>
                <a:spcPts val="0"/>
              </a:spcAft>
            </a:pPr>
            <a:r>
              <a:rPr lang="en" sz="1800" dirty="0">
                <a:solidFill>
                  <a:srgbClr val="E6E6E3"/>
                </a:solidFill>
              </a:rPr>
              <a:t>&lt;/&gt;</a:t>
            </a:r>
            <a:r>
              <a:rPr lang="en" sz="1800" dirty="0">
                <a:solidFill>
                  <a:schemeClr val="accent4"/>
                </a:solidFill>
              </a:rPr>
              <a:t> </a:t>
            </a:r>
            <a:r>
              <a:rPr lang="en" sz="1200" dirty="0">
                <a:solidFill>
                  <a:schemeClr val="accent4"/>
                </a:solidFill>
              </a:rPr>
              <a:t>Listas Dobles Enlazadas</a:t>
            </a:r>
            <a:endParaRPr sz="1800" dirty="0">
              <a:solidFill>
                <a:schemeClr val="accent4"/>
              </a:solidFill>
            </a:endParaRPr>
          </a:p>
        </p:txBody>
      </p:sp>
      <p:sp>
        <p:nvSpPr>
          <p:cNvPr id="309" name="Google Shape;309;p33"/>
          <p:cNvSpPr txBox="1">
            <a:spLocks noGrp="1"/>
          </p:cNvSpPr>
          <p:nvPr>
            <p:ph type="subTitle" idx="3"/>
          </p:nvPr>
        </p:nvSpPr>
        <p:spPr>
          <a:xfrm>
            <a:off x="162271" y="1468953"/>
            <a:ext cx="8819458" cy="330259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r>
              <a:rPr lang="es-MX" sz="2000" dirty="0"/>
              <a:t>Las listas dobles son especialmente adecuadas para aplicaciones en las que se requiere una inserción o eliminación eficiente de elementos de la lista, o para aplicaciones que son dinámicas y requieren un fácil acceso a los datos.</a:t>
            </a:r>
          </a:p>
        </p:txBody>
      </p:sp>
      <p:pic>
        <p:nvPicPr>
          <p:cNvPr id="2" name="Imagen 1">
            <a:extLst>
              <a:ext uri="{FF2B5EF4-FFF2-40B4-BE49-F238E27FC236}">
                <a16:creationId xmlns:a16="http://schemas.microsoft.com/office/drawing/2014/main" id="{BE357065-5101-CEB5-6B2A-05EDE47496E0}"/>
              </a:ext>
            </a:extLst>
          </p:cNvPr>
          <p:cNvPicPr>
            <a:picLocks noChangeAspect="1"/>
          </p:cNvPicPr>
          <p:nvPr/>
        </p:nvPicPr>
        <p:blipFill>
          <a:blip r:embed="rId3"/>
          <a:stretch>
            <a:fillRect/>
          </a:stretch>
        </p:blipFill>
        <p:spPr>
          <a:xfrm>
            <a:off x="8316464" y="4222725"/>
            <a:ext cx="812698" cy="812698"/>
          </a:xfrm>
          <a:prstGeom prst="rect">
            <a:avLst/>
          </a:prstGeom>
        </p:spPr>
      </p:pic>
    </p:spTree>
    <p:extLst>
      <p:ext uri="{BB962C8B-B14F-4D97-AF65-F5344CB8AC3E}">
        <p14:creationId xmlns:p14="http://schemas.microsoft.com/office/powerpoint/2010/main" val="5789849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3"/>
          <p:cNvSpPr txBox="1">
            <a:spLocks noGrp="1"/>
          </p:cNvSpPr>
          <p:nvPr>
            <p:ph type="title"/>
          </p:nvPr>
        </p:nvSpPr>
        <p:spPr>
          <a:xfrm>
            <a:off x="188465" y="-125603"/>
            <a:ext cx="8127999" cy="467360"/>
          </a:xfrm>
          <a:prstGeom prst="rect">
            <a:avLst/>
          </a:prstGeom>
        </p:spPr>
        <p:txBody>
          <a:bodyPr spcFirstLastPara="1" wrap="square" lIns="91425" tIns="91425" rIns="91425" bIns="91425" anchor="t" anchorCtr="0">
            <a:noAutofit/>
          </a:bodyPr>
          <a:lstStyle/>
          <a:p>
            <a:pPr lvl="0" algn="ctr" rtl="0">
              <a:spcBef>
                <a:spcPts val="0"/>
              </a:spcBef>
              <a:spcAft>
                <a:spcPts val="0"/>
              </a:spcAft>
            </a:pPr>
            <a:r>
              <a:rPr lang="en" sz="3200" dirty="0">
                <a:solidFill>
                  <a:srgbClr val="E6E6E3"/>
                </a:solidFill>
              </a:rPr>
              <a:t>&lt;/&gt;</a:t>
            </a:r>
            <a:r>
              <a:rPr lang="en" sz="3200" dirty="0">
                <a:solidFill>
                  <a:schemeClr val="accent4"/>
                </a:solidFill>
              </a:rPr>
              <a:t> </a:t>
            </a:r>
            <a:r>
              <a:rPr lang="en" sz="2000" dirty="0">
                <a:solidFill>
                  <a:schemeClr val="accent4"/>
                </a:solidFill>
              </a:rPr>
              <a:t>Diferencias entre Listas Simple y Dobles Enlazadas</a:t>
            </a:r>
            <a:endParaRPr sz="3200" dirty="0">
              <a:solidFill>
                <a:schemeClr val="accent4"/>
              </a:solidFill>
            </a:endParaRPr>
          </a:p>
        </p:txBody>
      </p:sp>
      <p:pic>
        <p:nvPicPr>
          <p:cNvPr id="2" name="Imagen 1">
            <a:extLst>
              <a:ext uri="{FF2B5EF4-FFF2-40B4-BE49-F238E27FC236}">
                <a16:creationId xmlns:a16="http://schemas.microsoft.com/office/drawing/2014/main" id="{BE357065-5101-CEB5-6B2A-05EDE47496E0}"/>
              </a:ext>
            </a:extLst>
          </p:cNvPr>
          <p:cNvPicPr>
            <a:picLocks noChangeAspect="1"/>
          </p:cNvPicPr>
          <p:nvPr/>
        </p:nvPicPr>
        <p:blipFill>
          <a:blip r:embed="rId3"/>
          <a:stretch>
            <a:fillRect/>
          </a:stretch>
        </p:blipFill>
        <p:spPr>
          <a:xfrm>
            <a:off x="8316464" y="4222725"/>
            <a:ext cx="812698" cy="812698"/>
          </a:xfrm>
          <a:prstGeom prst="rect">
            <a:avLst/>
          </a:prstGeom>
        </p:spPr>
      </p:pic>
      <p:graphicFrame>
        <p:nvGraphicFramePr>
          <p:cNvPr id="3" name="Tabla 2">
            <a:extLst>
              <a:ext uri="{FF2B5EF4-FFF2-40B4-BE49-F238E27FC236}">
                <a16:creationId xmlns:a16="http://schemas.microsoft.com/office/drawing/2014/main" id="{AC8785D8-8D36-6F67-AC29-11EF29349653}"/>
              </a:ext>
            </a:extLst>
          </p:cNvPr>
          <p:cNvGraphicFramePr>
            <a:graphicFrameLocks noGrp="1"/>
          </p:cNvGraphicFramePr>
          <p:nvPr>
            <p:extLst>
              <p:ext uri="{D42A27DB-BD31-4B8C-83A1-F6EECF244321}">
                <p14:modId xmlns:p14="http://schemas.microsoft.com/office/powerpoint/2010/main" val="2739168279"/>
              </p:ext>
            </p:extLst>
          </p:nvPr>
        </p:nvGraphicFramePr>
        <p:xfrm>
          <a:off x="848977" y="914400"/>
          <a:ext cx="7467488" cy="4121024"/>
        </p:xfrm>
        <a:graphic>
          <a:graphicData uri="http://schemas.openxmlformats.org/drawingml/2006/table">
            <a:tbl>
              <a:tblPr>
                <a:tableStyleId>{ED083AE6-46FA-4A59-8FB0-9F97EB10719F}</a:tableStyleId>
              </a:tblPr>
              <a:tblGrid>
                <a:gridCol w="2266138">
                  <a:extLst>
                    <a:ext uri="{9D8B030D-6E8A-4147-A177-3AD203B41FA5}">
                      <a16:colId xmlns:a16="http://schemas.microsoft.com/office/drawing/2014/main" val="2804953932"/>
                    </a:ext>
                  </a:extLst>
                </a:gridCol>
                <a:gridCol w="2600675">
                  <a:extLst>
                    <a:ext uri="{9D8B030D-6E8A-4147-A177-3AD203B41FA5}">
                      <a16:colId xmlns:a16="http://schemas.microsoft.com/office/drawing/2014/main" val="2029297885"/>
                    </a:ext>
                  </a:extLst>
                </a:gridCol>
                <a:gridCol w="2600675">
                  <a:extLst>
                    <a:ext uri="{9D8B030D-6E8A-4147-A177-3AD203B41FA5}">
                      <a16:colId xmlns:a16="http://schemas.microsoft.com/office/drawing/2014/main" val="1948240817"/>
                    </a:ext>
                  </a:extLst>
                </a:gridCol>
              </a:tblGrid>
              <a:tr h="239349">
                <a:tc>
                  <a:txBody>
                    <a:bodyPr/>
                    <a:lstStyle/>
                    <a:p>
                      <a:pPr algn="l"/>
                      <a:r>
                        <a:rPr lang="es-CO" sz="1200" b="0" dirty="0">
                          <a:solidFill>
                            <a:schemeClr val="accent4"/>
                          </a:solidFill>
                          <a:effectLst/>
                          <a:latin typeface="Bahnschrift SemiBold SemiConden" panose="020B0502040204020203" pitchFamily="34" charset="0"/>
                        </a:rPr>
                        <a:t>Característica</a:t>
                      </a:r>
                    </a:p>
                  </a:txBody>
                  <a:tcPr marL="56313" marR="56313" marT="28156" marB="28156" anchor="ctr"/>
                </a:tc>
                <a:tc>
                  <a:txBody>
                    <a:bodyPr/>
                    <a:lstStyle/>
                    <a:p>
                      <a:pPr algn="l"/>
                      <a:r>
                        <a:rPr lang="es-CO" sz="1200" b="0" dirty="0">
                          <a:solidFill>
                            <a:schemeClr val="accent4"/>
                          </a:solidFill>
                          <a:effectLst/>
                          <a:latin typeface="Bahnschrift SemiBold SemiConden" panose="020B0502040204020203" pitchFamily="34" charset="0"/>
                        </a:rPr>
                        <a:t>Lista simple</a:t>
                      </a:r>
                    </a:p>
                  </a:txBody>
                  <a:tcPr marL="56313" marR="56313" marT="28156" marB="28156" anchor="ctr"/>
                </a:tc>
                <a:tc>
                  <a:txBody>
                    <a:bodyPr/>
                    <a:lstStyle/>
                    <a:p>
                      <a:pPr algn="l"/>
                      <a:r>
                        <a:rPr lang="es-CO" sz="1200" b="0" dirty="0">
                          <a:solidFill>
                            <a:schemeClr val="accent4"/>
                          </a:solidFill>
                          <a:effectLst/>
                          <a:latin typeface="Bahnschrift SemiBold SemiConden" panose="020B0502040204020203" pitchFamily="34" charset="0"/>
                        </a:rPr>
                        <a:t>Lista doble</a:t>
                      </a:r>
                    </a:p>
                  </a:txBody>
                  <a:tcPr marL="56313" marR="56313" marT="28156" marB="28156" anchor="ctr"/>
                </a:tc>
                <a:extLst>
                  <a:ext uri="{0D108BD9-81ED-4DB2-BD59-A6C34878D82A}">
                    <a16:rowId xmlns:a16="http://schemas.microsoft.com/office/drawing/2014/main" val="41459027"/>
                  </a:ext>
                </a:extLst>
              </a:tr>
              <a:tr h="370832">
                <a:tc>
                  <a:txBody>
                    <a:bodyPr/>
                    <a:lstStyle/>
                    <a:p>
                      <a:r>
                        <a:rPr lang="es-CO" sz="1200" b="0" dirty="0">
                          <a:effectLst/>
                          <a:latin typeface="Bahnschrift SemiBold SemiConden" panose="020B0502040204020203" pitchFamily="34" charset="0"/>
                        </a:rPr>
                        <a:t>Estructura de datos</a:t>
                      </a:r>
                    </a:p>
                  </a:txBody>
                  <a:tcPr marL="93854" marR="93854" marT="93854" marB="93854" anchor="ctr"/>
                </a:tc>
                <a:tc>
                  <a:txBody>
                    <a:bodyPr/>
                    <a:lstStyle/>
                    <a:p>
                      <a:r>
                        <a:rPr lang="es-CO" sz="1200" b="0">
                          <a:effectLst/>
                          <a:latin typeface="Bahnschrift SemiBold SemiConden" panose="020B0502040204020203" pitchFamily="34" charset="0"/>
                        </a:rPr>
                        <a:t>Lineal</a:t>
                      </a:r>
                    </a:p>
                  </a:txBody>
                  <a:tcPr marL="93854" marR="93854" marT="93854" marB="93854" anchor="ctr"/>
                </a:tc>
                <a:tc>
                  <a:txBody>
                    <a:bodyPr/>
                    <a:lstStyle/>
                    <a:p>
                      <a:r>
                        <a:rPr lang="es-CO" sz="1200" b="0">
                          <a:effectLst/>
                          <a:latin typeface="Bahnschrift SemiBold SemiConden" panose="020B0502040204020203" pitchFamily="34" charset="0"/>
                        </a:rPr>
                        <a:t>Lineal</a:t>
                      </a:r>
                    </a:p>
                  </a:txBody>
                  <a:tcPr marL="93854" marR="93854" marT="93854" marB="93854" anchor="ctr"/>
                </a:tc>
                <a:extLst>
                  <a:ext uri="{0D108BD9-81ED-4DB2-BD59-A6C34878D82A}">
                    <a16:rowId xmlns:a16="http://schemas.microsoft.com/office/drawing/2014/main" val="3416561782"/>
                  </a:ext>
                </a:extLst>
              </a:tr>
              <a:tr h="563515">
                <a:tc>
                  <a:txBody>
                    <a:bodyPr/>
                    <a:lstStyle/>
                    <a:p>
                      <a:r>
                        <a:rPr lang="es-CO" sz="1200" b="0" dirty="0">
                          <a:effectLst/>
                          <a:latin typeface="Bahnschrift SemiBold SemiConden" panose="020B0502040204020203" pitchFamily="34" charset="0"/>
                        </a:rPr>
                        <a:t>Nodos</a:t>
                      </a:r>
                    </a:p>
                  </a:txBody>
                  <a:tcPr marL="93854" marR="93854" marT="93854" marB="93854" anchor="ctr"/>
                </a:tc>
                <a:tc>
                  <a:txBody>
                    <a:bodyPr/>
                    <a:lstStyle/>
                    <a:p>
                      <a:r>
                        <a:rPr lang="es-MX" sz="1200" b="0" dirty="0">
                          <a:effectLst/>
                          <a:latin typeface="Bahnschrift SemiBold SemiConden" panose="020B0502040204020203" pitchFamily="34" charset="0"/>
                        </a:rPr>
                        <a:t>Cada nodo tiene un enlace al nodo siguiente</a:t>
                      </a:r>
                    </a:p>
                  </a:txBody>
                  <a:tcPr marL="93854" marR="93854" marT="93854" marB="93854" anchor="ctr"/>
                </a:tc>
                <a:tc>
                  <a:txBody>
                    <a:bodyPr/>
                    <a:lstStyle/>
                    <a:p>
                      <a:r>
                        <a:rPr lang="es-MX" sz="1200" b="0" dirty="0">
                          <a:effectLst/>
                          <a:latin typeface="Bahnschrift SemiBold SemiConden" panose="020B0502040204020203" pitchFamily="34" charset="0"/>
                        </a:rPr>
                        <a:t>Cada nodo tiene un enlace al nodo anterior y al nodo siguiente</a:t>
                      </a:r>
                    </a:p>
                  </a:txBody>
                  <a:tcPr marL="93854" marR="93854" marT="93854" marB="93854" anchor="ctr"/>
                </a:tc>
                <a:extLst>
                  <a:ext uri="{0D108BD9-81ED-4DB2-BD59-A6C34878D82A}">
                    <a16:rowId xmlns:a16="http://schemas.microsoft.com/office/drawing/2014/main" val="331926829"/>
                  </a:ext>
                </a:extLst>
              </a:tr>
              <a:tr h="553832">
                <a:tc>
                  <a:txBody>
                    <a:bodyPr/>
                    <a:lstStyle/>
                    <a:p>
                      <a:r>
                        <a:rPr lang="es-CO" sz="1200" b="0" dirty="0">
                          <a:effectLst/>
                          <a:latin typeface="Bahnschrift SemiBold SemiConden" panose="020B0502040204020203" pitchFamily="34" charset="0"/>
                        </a:rPr>
                        <a:t>Recorrido</a:t>
                      </a:r>
                    </a:p>
                  </a:txBody>
                  <a:tcPr marL="93854" marR="93854" marT="93854" marB="93854" anchor="ctr"/>
                </a:tc>
                <a:tc>
                  <a:txBody>
                    <a:bodyPr/>
                    <a:lstStyle/>
                    <a:p>
                      <a:r>
                        <a:rPr lang="es-MX" sz="1200" b="0" dirty="0">
                          <a:effectLst/>
                          <a:latin typeface="Bahnschrift SemiBold SemiConden" panose="020B0502040204020203" pitchFamily="34" charset="0"/>
                        </a:rPr>
                        <a:t>Solo se puede recorrer en una dirección</a:t>
                      </a:r>
                    </a:p>
                  </a:txBody>
                  <a:tcPr marL="93854" marR="93854" marT="93854" marB="93854" anchor="ctr"/>
                </a:tc>
                <a:tc>
                  <a:txBody>
                    <a:bodyPr/>
                    <a:lstStyle/>
                    <a:p>
                      <a:r>
                        <a:rPr lang="es-MX" sz="1200" b="0" dirty="0">
                          <a:effectLst/>
                          <a:latin typeface="Bahnschrift SemiBold SemiConden" panose="020B0502040204020203" pitchFamily="34" charset="0"/>
                        </a:rPr>
                        <a:t>Se puede recorrer en ambas direcciones</a:t>
                      </a:r>
                    </a:p>
                  </a:txBody>
                  <a:tcPr marL="93854" marR="93854" marT="93854" marB="93854" anchor="ctr"/>
                </a:tc>
                <a:extLst>
                  <a:ext uri="{0D108BD9-81ED-4DB2-BD59-A6C34878D82A}">
                    <a16:rowId xmlns:a16="http://schemas.microsoft.com/office/drawing/2014/main" val="2277588765"/>
                  </a:ext>
                </a:extLst>
              </a:tr>
              <a:tr h="736832">
                <a:tc>
                  <a:txBody>
                    <a:bodyPr/>
                    <a:lstStyle/>
                    <a:p>
                      <a:r>
                        <a:rPr lang="es-CO" sz="1200" b="0" dirty="0">
                          <a:effectLst/>
                          <a:latin typeface="Bahnschrift SemiBold SemiConden" panose="020B0502040204020203" pitchFamily="34" charset="0"/>
                        </a:rPr>
                        <a:t>Inserción y eliminación</a:t>
                      </a:r>
                    </a:p>
                  </a:txBody>
                  <a:tcPr marL="93854" marR="93854" marT="93854" marB="93854" anchor="ctr"/>
                </a:tc>
                <a:tc>
                  <a:txBody>
                    <a:bodyPr/>
                    <a:lstStyle/>
                    <a:p>
                      <a:r>
                        <a:rPr lang="es-MX" sz="1200" b="0" dirty="0">
                          <a:effectLst/>
                          <a:latin typeface="Bahnschrift SemiBold SemiConden" panose="020B0502040204020203" pitchFamily="34" charset="0"/>
                        </a:rPr>
                        <a:t>Se pueden insertar y eliminar elementos solo al principio o al final de la lista</a:t>
                      </a:r>
                    </a:p>
                  </a:txBody>
                  <a:tcPr marL="93854" marR="93854" marT="93854" marB="93854" anchor="ctr"/>
                </a:tc>
                <a:tc>
                  <a:txBody>
                    <a:bodyPr/>
                    <a:lstStyle/>
                    <a:p>
                      <a:r>
                        <a:rPr lang="es-MX" sz="1200" b="0" dirty="0">
                          <a:effectLst/>
                          <a:latin typeface="Bahnschrift SemiBold SemiConden" panose="020B0502040204020203" pitchFamily="34" charset="0"/>
                        </a:rPr>
                        <a:t>Se pueden insertar y eliminar elementos en cualquier parte de la lista</a:t>
                      </a:r>
                    </a:p>
                  </a:txBody>
                  <a:tcPr marL="93854" marR="93854" marT="93854" marB="93854" anchor="ctr"/>
                </a:tc>
                <a:extLst>
                  <a:ext uri="{0D108BD9-81ED-4DB2-BD59-A6C34878D82A}">
                    <a16:rowId xmlns:a16="http://schemas.microsoft.com/office/drawing/2014/main" val="3063167034"/>
                  </a:ext>
                </a:extLst>
              </a:tr>
              <a:tr h="736832">
                <a:tc>
                  <a:txBody>
                    <a:bodyPr/>
                    <a:lstStyle/>
                    <a:p>
                      <a:r>
                        <a:rPr lang="es-CO" sz="1200" b="0" dirty="0">
                          <a:effectLst/>
                          <a:latin typeface="Bahnschrift SemiBold SemiConden" panose="020B0502040204020203" pitchFamily="34" charset="0"/>
                        </a:rPr>
                        <a:t>Eficiencia</a:t>
                      </a:r>
                    </a:p>
                  </a:txBody>
                  <a:tcPr marL="93854" marR="93854" marT="93854" marB="93854" anchor="ctr"/>
                </a:tc>
                <a:tc>
                  <a:txBody>
                    <a:bodyPr/>
                    <a:lstStyle/>
                    <a:p>
                      <a:r>
                        <a:rPr lang="es-MX" sz="1200" b="0" dirty="0">
                          <a:effectLst/>
                          <a:latin typeface="Bahnschrift SemiBold SemiConden" panose="020B0502040204020203" pitchFamily="34" charset="0"/>
                        </a:rPr>
                        <a:t>No es tan eficiente para insertar y eliminar elementos como las listas dobles</a:t>
                      </a:r>
                    </a:p>
                  </a:txBody>
                  <a:tcPr marL="93854" marR="93854" marT="93854" marB="93854" anchor="ctr"/>
                </a:tc>
                <a:tc>
                  <a:txBody>
                    <a:bodyPr/>
                    <a:lstStyle/>
                    <a:p>
                      <a:r>
                        <a:rPr lang="es-MX" sz="1200" b="0" dirty="0">
                          <a:effectLst/>
                          <a:latin typeface="Bahnschrift SemiBold SemiConden" panose="020B0502040204020203" pitchFamily="34" charset="0"/>
                        </a:rPr>
                        <a:t>Es más eficiente para insertar y eliminar elementos que las listas simples</a:t>
                      </a:r>
                    </a:p>
                  </a:txBody>
                  <a:tcPr marL="93854" marR="93854" marT="93854" marB="93854" anchor="ctr"/>
                </a:tc>
                <a:extLst>
                  <a:ext uri="{0D108BD9-81ED-4DB2-BD59-A6C34878D82A}">
                    <a16:rowId xmlns:a16="http://schemas.microsoft.com/office/drawing/2014/main" val="608963575"/>
                  </a:ext>
                </a:extLst>
              </a:tr>
              <a:tr h="919832">
                <a:tc>
                  <a:txBody>
                    <a:bodyPr/>
                    <a:lstStyle/>
                    <a:p>
                      <a:r>
                        <a:rPr lang="es-CO" sz="1200" b="0" dirty="0">
                          <a:effectLst/>
                          <a:latin typeface="Bahnschrift SemiBold SemiConden" panose="020B0502040204020203" pitchFamily="34" charset="0"/>
                        </a:rPr>
                        <a:t>Aplicaciones</a:t>
                      </a:r>
                    </a:p>
                  </a:txBody>
                  <a:tcPr marL="93854" marR="93854" marT="93854" marB="93854" anchor="ctr"/>
                </a:tc>
                <a:tc>
                  <a:txBody>
                    <a:bodyPr/>
                    <a:lstStyle/>
                    <a:p>
                      <a:r>
                        <a:rPr lang="es-MX" sz="1200" b="0" dirty="0">
                          <a:effectLst/>
                          <a:latin typeface="Bahnschrift SemiBold SemiConden" panose="020B0502040204020203" pitchFamily="34" charset="0"/>
                        </a:rPr>
                        <a:t>Adecuado para aplicaciones en las que solo se necesita acceder a los elementos al principio o al final de la lista</a:t>
                      </a:r>
                    </a:p>
                  </a:txBody>
                  <a:tcPr marL="93854" marR="93854" marT="93854" marB="93854" anchor="ctr"/>
                </a:tc>
                <a:tc>
                  <a:txBody>
                    <a:bodyPr/>
                    <a:lstStyle/>
                    <a:p>
                      <a:r>
                        <a:rPr lang="es-MX" sz="1200" b="0" dirty="0">
                          <a:effectLst/>
                          <a:latin typeface="Bahnschrift SemiBold SemiConden" panose="020B0502040204020203" pitchFamily="34" charset="0"/>
                        </a:rPr>
                        <a:t>Adecuado para aplicaciones en las que se necesita acceder a los elementos en cualquier parte de la lista</a:t>
                      </a:r>
                    </a:p>
                  </a:txBody>
                  <a:tcPr marL="93854" marR="93854" marT="93854" marB="93854" anchor="ctr"/>
                </a:tc>
                <a:extLst>
                  <a:ext uri="{0D108BD9-81ED-4DB2-BD59-A6C34878D82A}">
                    <a16:rowId xmlns:a16="http://schemas.microsoft.com/office/drawing/2014/main" val="3981716442"/>
                  </a:ext>
                </a:extLst>
              </a:tr>
            </a:tbl>
          </a:graphicData>
        </a:graphic>
      </p:graphicFrame>
    </p:spTree>
    <p:extLst>
      <p:ext uri="{BB962C8B-B14F-4D97-AF65-F5344CB8AC3E}">
        <p14:creationId xmlns:p14="http://schemas.microsoft.com/office/powerpoint/2010/main" val="1538128683"/>
      </p:ext>
    </p:extLst>
  </p:cSld>
  <p:clrMapOvr>
    <a:masterClrMapping/>
  </p:clrMapOvr>
</p:sld>
</file>

<file path=ppt/theme/theme1.xml><?xml version="1.0" encoding="utf-8"?>
<a:theme xmlns:a="http://schemas.openxmlformats.org/drawingml/2006/main" name="Introduction to Java Programming for High School by Slidesgo">
  <a:themeElements>
    <a:clrScheme name="Simple Light">
      <a:dk1>
        <a:srgbClr val="E7E7E7"/>
      </a:dk1>
      <a:lt1>
        <a:srgbClr val="10111A"/>
      </a:lt1>
      <a:dk2>
        <a:srgbClr val="FD4A4A"/>
      </a:dk2>
      <a:lt2>
        <a:srgbClr val="EC7955"/>
      </a:lt2>
      <a:accent1>
        <a:srgbClr val="E81A81"/>
      </a:accent1>
      <a:accent2>
        <a:srgbClr val="94EE6B"/>
      </a:accent2>
      <a:accent3>
        <a:srgbClr val="4CAE97"/>
      </a:accent3>
      <a:accent4>
        <a:srgbClr val="BD64B5"/>
      </a:accent4>
      <a:accent5>
        <a:srgbClr val="FFFF99"/>
      </a:accent5>
      <a:accent6>
        <a:srgbClr val="2C293A"/>
      </a:accent6>
      <a:hlink>
        <a:srgbClr val="F8F8F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512</TotalTime>
  <Words>658</Words>
  <Application>Microsoft Office PowerPoint</Application>
  <PresentationFormat>Presentación en pantalla (16:9)</PresentationFormat>
  <Paragraphs>78</Paragraphs>
  <Slides>14</Slides>
  <Notes>13</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14</vt:i4>
      </vt:variant>
    </vt:vector>
  </HeadingPairs>
  <TitlesOfParts>
    <vt:vector size="23" baseType="lpstr">
      <vt:lpstr>Comfortaa</vt:lpstr>
      <vt:lpstr>Bebas Neue</vt:lpstr>
      <vt:lpstr>Anaheim</vt:lpstr>
      <vt:lpstr>Nunito Light</vt:lpstr>
      <vt:lpstr>Wingdings</vt:lpstr>
      <vt:lpstr>Bahnschrift SemiBold SemiConden</vt:lpstr>
      <vt:lpstr>Source Code Pro</vt:lpstr>
      <vt:lpstr>Arial</vt:lpstr>
      <vt:lpstr>Introduction to Java Programming for High School by Slidesgo</vt:lpstr>
      <vt:lpstr> Digital Avengers  Integrantes:  Rafael Alfonso Corredor Gambin  Karol Daniela Hernández  Gracia  John Fredy Morales Revueltas  Richard Antonio Assis Trujillo  </vt:lpstr>
      <vt:lpstr>¿Que son las Estructuras de Datos?</vt:lpstr>
      <vt:lpstr>&lt;/&gt; Estructuras de Datos</vt:lpstr>
      <vt:lpstr>&lt;/&gt; Listas Simples Enlazadas</vt:lpstr>
      <vt:lpstr>&lt;/&gt; Listas Simples Enlazadas</vt:lpstr>
      <vt:lpstr>&lt;/&gt; Listas Simples Enlazadas</vt:lpstr>
      <vt:lpstr>&lt;/&gt; Listas Simples Enlazadas</vt:lpstr>
      <vt:lpstr>&lt;/&gt; Listas Dobles Enlazadas</vt:lpstr>
      <vt:lpstr>&lt;/&gt; Listas Dobles Enlazadas</vt:lpstr>
      <vt:lpstr>&lt;/&gt; Listas Dobles Enlazadas</vt:lpstr>
      <vt:lpstr>&lt;/&gt; Listas Dobles Enlazadas</vt:lpstr>
      <vt:lpstr>&lt;/&gt; Listas Dobles Enlazadas</vt:lpstr>
      <vt:lpstr>&lt;/&gt; Listas Dobles Enlazadas</vt:lpstr>
      <vt:lpstr>&lt;/&gt; Diferencias entre Listas Simple y Dobles Enlazadas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Java Programming   for High School</dc:title>
  <dc:creator>HP 15-ef1023la</dc:creator>
  <cp:lastModifiedBy>Diomilda Gracia Escobar</cp:lastModifiedBy>
  <cp:revision>105</cp:revision>
  <dcterms:modified xsi:type="dcterms:W3CDTF">2023-08-23T22:06:53Z</dcterms:modified>
</cp:coreProperties>
</file>